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460783" y="3373043"/>
            <a:ext cx="4827270" cy="3434715"/>
          </a:xfrm>
          <a:custGeom>
            <a:avLst/>
            <a:gdLst/>
            <a:ahLst/>
            <a:cxnLst/>
            <a:rect l="l" t="t" r="r" b="b"/>
            <a:pathLst>
              <a:path w="4827269" h="3434715">
                <a:moveTo>
                  <a:pt x="4827216" y="0"/>
                </a:moveTo>
                <a:lnTo>
                  <a:pt x="4827216" y="3434155"/>
                </a:lnTo>
                <a:lnTo>
                  <a:pt x="1717077" y="3434155"/>
                </a:lnTo>
                <a:lnTo>
                  <a:pt x="1669015" y="3433495"/>
                </a:lnTo>
                <a:lnTo>
                  <a:pt x="1621280" y="3431528"/>
                </a:lnTo>
                <a:lnTo>
                  <a:pt x="1573888" y="3428270"/>
                </a:lnTo>
                <a:lnTo>
                  <a:pt x="1526858" y="3423738"/>
                </a:lnTo>
                <a:lnTo>
                  <a:pt x="1480206" y="3417950"/>
                </a:lnTo>
                <a:lnTo>
                  <a:pt x="1433950" y="3410923"/>
                </a:lnTo>
                <a:lnTo>
                  <a:pt x="1388106" y="3402675"/>
                </a:lnTo>
                <a:lnTo>
                  <a:pt x="1342693" y="3393221"/>
                </a:lnTo>
                <a:lnTo>
                  <a:pt x="1297726" y="3382581"/>
                </a:lnTo>
                <a:lnTo>
                  <a:pt x="1253224" y="3370770"/>
                </a:lnTo>
                <a:lnTo>
                  <a:pt x="1209204" y="3357806"/>
                </a:lnTo>
                <a:lnTo>
                  <a:pt x="1165683" y="3343707"/>
                </a:lnTo>
                <a:lnTo>
                  <a:pt x="1122677" y="3328489"/>
                </a:lnTo>
                <a:lnTo>
                  <a:pt x="1080205" y="3312169"/>
                </a:lnTo>
                <a:lnTo>
                  <a:pt x="1038283" y="3294766"/>
                </a:lnTo>
                <a:lnTo>
                  <a:pt x="996929" y="3276296"/>
                </a:lnTo>
                <a:lnTo>
                  <a:pt x="956160" y="3256776"/>
                </a:lnTo>
                <a:lnTo>
                  <a:pt x="915993" y="3236223"/>
                </a:lnTo>
                <a:lnTo>
                  <a:pt x="876446" y="3214656"/>
                </a:lnTo>
                <a:lnTo>
                  <a:pt x="837535" y="3192090"/>
                </a:lnTo>
                <a:lnTo>
                  <a:pt x="799277" y="3168544"/>
                </a:lnTo>
                <a:lnTo>
                  <a:pt x="761691" y="3144034"/>
                </a:lnTo>
                <a:lnTo>
                  <a:pt x="724793" y="3118577"/>
                </a:lnTo>
                <a:lnTo>
                  <a:pt x="688600" y="3092192"/>
                </a:lnTo>
                <a:lnTo>
                  <a:pt x="653130" y="3064894"/>
                </a:lnTo>
                <a:lnTo>
                  <a:pt x="618400" y="3036702"/>
                </a:lnTo>
                <a:lnTo>
                  <a:pt x="584427" y="3007632"/>
                </a:lnTo>
                <a:lnTo>
                  <a:pt x="551227" y="2977702"/>
                </a:lnTo>
                <a:lnTo>
                  <a:pt x="518820" y="2946929"/>
                </a:lnTo>
                <a:lnTo>
                  <a:pt x="487221" y="2915330"/>
                </a:lnTo>
                <a:lnTo>
                  <a:pt x="456448" y="2882922"/>
                </a:lnTo>
                <a:lnTo>
                  <a:pt x="426518" y="2849723"/>
                </a:lnTo>
                <a:lnTo>
                  <a:pt x="397449" y="2815749"/>
                </a:lnTo>
                <a:lnTo>
                  <a:pt x="369256" y="2781019"/>
                </a:lnTo>
                <a:lnTo>
                  <a:pt x="341959" y="2745549"/>
                </a:lnTo>
                <a:lnTo>
                  <a:pt x="315574" y="2709356"/>
                </a:lnTo>
                <a:lnTo>
                  <a:pt x="290118" y="2672458"/>
                </a:lnTo>
                <a:lnTo>
                  <a:pt x="265608" y="2634871"/>
                </a:lnTo>
                <a:lnTo>
                  <a:pt x="242062" y="2596614"/>
                </a:lnTo>
                <a:lnTo>
                  <a:pt x="219496" y="2557703"/>
                </a:lnTo>
                <a:lnTo>
                  <a:pt x="197929" y="2518155"/>
                </a:lnTo>
                <a:lnTo>
                  <a:pt x="177377" y="2477988"/>
                </a:lnTo>
                <a:lnTo>
                  <a:pt x="157857" y="2437219"/>
                </a:lnTo>
                <a:lnTo>
                  <a:pt x="139387" y="2395866"/>
                </a:lnTo>
                <a:lnTo>
                  <a:pt x="121984" y="2353944"/>
                </a:lnTo>
                <a:lnTo>
                  <a:pt x="105664" y="2311472"/>
                </a:lnTo>
                <a:lnTo>
                  <a:pt x="90447" y="2268467"/>
                </a:lnTo>
                <a:lnTo>
                  <a:pt x="76347" y="2224946"/>
                </a:lnTo>
                <a:lnTo>
                  <a:pt x="63384" y="2180926"/>
                </a:lnTo>
                <a:lnTo>
                  <a:pt x="51573" y="2136424"/>
                </a:lnTo>
                <a:lnTo>
                  <a:pt x="40932" y="2091458"/>
                </a:lnTo>
                <a:lnTo>
                  <a:pt x="31479" y="2046045"/>
                </a:lnTo>
                <a:lnTo>
                  <a:pt x="23231" y="2000201"/>
                </a:lnTo>
                <a:lnTo>
                  <a:pt x="16204" y="1953946"/>
                </a:lnTo>
                <a:lnTo>
                  <a:pt x="10416" y="1907294"/>
                </a:lnTo>
                <a:lnTo>
                  <a:pt x="5885" y="1860264"/>
                </a:lnTo>
                <a:lnTo>
                  <a:pt x="2626" y="1812873"/>
                </a:lnTo>
                <a:lnTo>
                  <a:pt x="659" y="1765139"/>
                </a:lnTo>
                <a:lnTo>
                  <a:pt x="0" y="1717077"/>
                </a:lnTo>
                <a:lnTo>
                  <a:pt x="659" y="1669015"/>
                </a:lnTo>
                <a:lnTo>
                  <a:pt x="2626" y="1621280"/>
                </a:lnTo>
                <a:lnTo>
                  <a:pt x="5885" y="1573889"/>
                </a:lnTo>
                <a:lnTo>
                  <a:pt x="10416" y="1526858"/>
                </a:lnTo>
                <a:lnTo>
                  <a:pt x="16204" y="1480206"/>
                </a:lnTo>
                <a:lnTo>
                  <a:pt x="23231" y="1433950"/>
                </a:lnTo>
                <a:lnTo>
                  <a:pt x="31479" y="1388106"/>
                </a:lnTo>
                <a:lnTo>
                  <a:pt x="40932" y="1342693"/>
                </a:lnTo>
                <a:lnTo>
                  <a:pt x="51573" y="1297726"/>
                </a:lnTo>
                <a:lnTo>
                  <a:pt x="63384" y="1253224"/>
                </a:lnTo>
                <a:lnTo>
                  <a:pt x="76347" y="1209203"/>
                </a:lnTo>
                <a:lnTo>
                  <a:pt x="90447" y="1165682"/>
                </a:lnTo>
                <a:lnTo>
                  <a:pt x="105664" y="1122676"/>
                </a:lnTo>
                <a:lnTo>
                  <a:pt x="121984" y="1080204"/>
                </a:lnTo>
                <a:lnTo>
                  <a:pt x="139387" y="1038282"/>
                </a:lnTo>
                <a:lnTo>
                  <a:pt x="157857" y="996928"/>
                </a:lnTo>
                <a:lnTo>
                  <a:pt x="177377" y="956159"/>
                </a:lnTo>
                <a:lnTo>
                  <a:pt x="197929" y="915992"/>
                </a:lnTo>
                <a:lnTo>
                  <a:pt x="219496" y="876444"/>
                </a:lnTo>
                <a:lnTo>
                  <a:pt x="242062" y="837532"/>
                </a:lnTo>
                <a:lnTo>
                  <a:pt x="265608" y="799275"/>
                </a:lnTo>
                <a:lnTo>
                  <a:pt x="290118" y="761688"/>
                </a:lnTo>
                <a:lnTo>
                  <a:pt x="315574" y="724790"/>
                </a:lnTo>
                <a:lnTo>
                  <a:pt x="341959" y="688597"/>
                </a:lnTo>
                <a:lnTo>
                  <a:pt x="369256" y="653127"/>
                </a:lnTo>
                <a:lnTo>
                  <a:pt x="397449" y="618396"/>
                </a:lnTo>
                <a:lnTo>
                  <a:pt x="426518" y="584423"/>
                </a:lnTo>
                <a:lnTo>
                  <a:pt x="456448" y="551224"/>
                </a:lnTo>
                <a:lnTo>
                  <a:pt x="487221" y="518816"/>
                </a:lnTo>
                <a:lnTo>
                  <a:pt x="518820" y="487217"/>
                </a:lnTo>
                <a:lnTo>
                  <a:pt x="551227" y="456444"/>
                </a:lnTo>
                <a:lnTo>
                  <a:pt x="584427" y="426514"/>
                </a:lnTo>
                <a:lnTo>
                  <a:pt x="618400" y="397444"/>
                </a:lnTo>
                <a:lnTo>
                  <a:pt x="653130" y="369252"/>
                </a:lnTo>
                <a:lnTo>
                  <a:pt x="688600" y="341954"/>
                </a:lnTo>
                <a:lnTo>
                  <a:pt x="724793" y="315569"/>
                </a:lnTo>
                <a:lnTo>
                  <a:pt x="761691" y="290113"/>
                </a:lnTo>
                <a:lnTo>
                  <a:pt x="799277" y="265603"/>
                </a:lnTo>
                <a:lnTo>
                  <a:pt x="837535" y="242056"/>
                </a:lnTo>
                <a:lnTo>
                  <a:pt x="876446" y="219491"/>
                </a:lnTo>
                <a:lnTo>
                  <a:pt x="915993" y="197924"/>
                </a:lnTo>
                <a:lnTo>
                  <a:pt x="956160" y="177372"/>
                </a:lnTo>
                <a:lnTo>
                  <a:pt x="996929" y="157852"/>
                </a:lnTo>
                <a:lnTo>
                  <a:pt x="1038283" y="139382"/>
                </a:lnTo>
                <a:lnTo>
                  <a:pt x="1080205" y="121979"/>
                </a:lnTo>
                <a:lnTo>
                  <a:pt x="1122677" y="105660"/>
                </a:lnTo>
                <a:lnTo>
                  <a:pt x="1165683" y="90442"/>
                </a:lnTo>
                <a:lnTo>
                  <a:pt x="1209204" y="76343"/>
                </a:lnTo>
                <a:lnTo>
                  <a:pt x="1253224" y="63380"/>
                </a:lnTo>
                <a:lnTo>
                  <a:pt x="1297726" y="51569"/>
                </a:lnTo>
                <a:lnTo>
                  <a:pt x="1342693" y="40929"/>
                </a:lnTo>
                <a:lnTo>
                  <a:pt x="1388106" y="31476"/>
                </a:lnTo>
                <a:lnTo>
                  <a:pt x="1433950" y="23228"/>
                </a:lnTo>
                <a:lnTo>
                  <a:pt x="1480206" y="16202"/>
                </a:lnTo>
                <a:lnTo>
                  <a:pt x="1526858" y="10414"/>
                </a:lnTo>
                <a:lnTo>
                  <a:pt x="1573888" y="5883"/>
                </a:lnTo>
                <a:lnTo>
                  <a:pt x="1621280" y="2626"/>
                </a:lnTo>
                <a:lnTo>
                  <a:pt x="1669015" y="659"/>
                </a:lnTo>
                <a:lnTo>
                  <a:pt x="1717077" y="0"/>
                </a:lnTo>
                <a:lnTo>
                  <a:pt x="4827216" y="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2529840" cy="2524125"/>
          </a:xfrm>
          <a:custGeom>
            <a:avLst/>
            <a:gdLst/>
            <a:ahLst/>
            <a:cxnLst/>
            <a:rect l="l" t="t" r="r" b="b"/>
            <a:pathLst>
              <a:path w="2529840" h="2524125">
                <a:moveTo>
                  <a:pt x="2134165" y="1618544"/>
                </a:moveTo>
                <a:lnTo>
                  <a:pt x="374226" y="1618544"/>
                </a:lnTo>
                <a:lnTo>
                  <a:pt x="422345" y="1617857"/>
                </a:lnTo>
                <a:lnTo>
                  <a:pt x="469988" y="1615395"/>
                </a:lnTo>
                <a:lnTo>
                  <a:pt x="517124" y="1611192"/>
                </a:lnTo>
                <a:lnTo>
                  <a:pt x="563722" y="1605277"/>
                </a:lnTo>
                <a:lnTo>
                  <a:pt x="609750" y="1597683"/>
                </a:lnTo>
                <a:lnTo>
                  <a:pt x="655176" y="1588441"/>
                </a:lnTo>
                <a:lnTo>
                  <a:pt x="699969" y="1577582"/>
                </a:lnTo>
                <a:lnTo>
                  <a:pt x="744096" y="1565139"/>
                </a:lnTo>
                <a:lnTo>
                  <a:pt x="787527" y="1551141"/>
                </a:lnTo>
                <a:lnTo>
                  <a:pt x="830230" y="1535622"/>
                </a:lnTo>
                <a:lnTo>
                  <a:pt x="872173" y="1518611"/>
                </a:lnTo>
                <a:lnTo>
                  <a:pt x="913325" y="1500142"/>
                </a:lnTo>
                <a:lnTo>
                  <a:pt x="953653" y="1480244"/>
                </a:lnTo>
                <a:lnTo>
                  <a:pt x="993126" y="1458950"/>
                </a:lnTo>
                <a:lnTo>
                  <a:pt x="1031713" y="1436291"/>
                </a:lnTo>
                <a:lnTo>
                  <a:pt x="1069383" y="1412298"/>
                </a:lnTo>
                <a:lnTo>
                  <a:pt x="1106102" y="1387003"/>
                </a:lnTo>
                <a:lnTo>
                  <a:pt x="1141840" y="1360437"/>
                </a:lnTo>
                <a:lnTo>
                  <a:pt x="1176566" y="1332632"/>
                </a:lnTo>
                <a:lnTo>
                  <a:pt x="1210246" y="1303620"/>
                </a:lnTo>
                <a:lnTo>
                  <a:pt x="1242851" y="1273431"/>
                </a:lnTo>
                <a:lnTo>
                  <a:pt x="1274348" y="1242097"/>
                </a:lnTo>
                <a:lnTo>
                  <a:pt x="1304706" y="1209649"/>
                </a:lnTo>
                <a:lnTo>
                  <a:pt x="1333892" y="1176120"/>
                </a:lnTo>
                <a:lnTo>
                  <a:pt x="1361876" y="1141540"/>
                </a:lnTo>
                <a:lnTo>
                  <a:pt x="1388626" y="1105941"/>
                </a:lnTo>
                <a:lnTo>
                  <a:pt x="1414110" y="1069354"/>
                </a:lnTo>
                <a:lnTo>
                  <a:pt x="1438296" y="1031810"/>
                </a:lnTo>
                <a:lnTo>
                  <a:pt x="1461154" y="993342"/>
                </a:lnTo>
                <a:lnTo>
                  <a:pt x="1482695" y="953891"/>
                </a:lnTo>
                <a:lnTo>
                  <a:pt x="1502754" y="913758"/>
                </a:lnTo>
                <a:lnTo>
                  <a:pt x="1521434" y="872704"/>
                </a:lnTo>
                <a:lnTo>
                  <a:pt x="1538659" y="830851"/>
                </a:lnTo>
                <a:lnTo>
                  <a:pt x="1554396" y="788230"/>
                </a:lnTo>
                <a:lnTo>
                  <a:pt x="1568615" y="744874"/>
                </a:lnTo>
                <a:lnTo>
                  <a:pt x="1581283" y="700812"/>
                </a:lnTo>
                <a:lnTo>
                  <a:pt x="1592368" y="656077"/>
                </a:lnTo>
                <a:lnTo>
                  <a:pt x="1601841" y="610701"/>
                </a:lnTo>
                <a:lnTo>
                  <a:pt x="1609667" y="564714"/>
                </a:lnTo>
                <a:lnTo>
                  <a:pt x="1615817" y="518148"/>
                </a:lnTo>
                <a:lnTo>
                  <a:pt x="1620258" y="471034"/>
                </a:lnTo>
                <a:lnTo>
                  <a:pt x="1622959" y="423405"/>
                </a:lnTo>
                <a:lnTo>
                  <a:pt x="1623883" y="375551"/>
                </a:lnTo>
                <a:lnTo>
                  <a:pt x="1623014" y="326723"/>
                </a:lnTo>
                <a:lnTo>
                  <a:pt x="1620227" y="277159"/>
                </a:lnTo>
                <a:lnTo>
                  <a:pt x="1615515" y="227969"/>
                </a:lnTo>
                <a:lnTo>
                  <a:pt x="1608884" y="179176"/>
                </a:lnTo>
                <a:lnTo>
                  <a:pt x="1600339" y="130807"/>
                </a:lnTo>
                <a:lnTo>
                  <a:pt x="1589885" y="82884"/>
                </a:lnTo>
                <a:lnTo>
                  <a:pt x="1577526" y="35433"/>
                </a:lnTo>
                <a:lnTo>
                  <a:pt x="1566766" y="0"/>
                </a:lnTo>
                <a:lnTo>
                  <a:pt x="2496954" y="0"/>
                </a:lnTo>
                <a:lnTo>
                  <a:pt x="2508121" y="69665"/>
                </a:lnTo>
                <a:lnTo>
                  <a:pt x="2514636" y="120095"/>
                </a:lnTo>
                <a:lnTo>
                  <a:pt x="2519963" y="170757"/>
                </a:lnTo>
                <a:lnTo>
                  <a:pt x="2524101" y="221643"/>
                </a:lnTo>
                <a:lnTo>
                  <a:pt x="2527047" y="272744"/>
                </a:lnTo>
                <a:lnTo>
                  <a:pt x="2528799" y="324049"/>
                </a:lnTo>
                <a:lnTo>
                  <a:pt x="2529354" y="375291"/>
                </a:lnTo>
                <a:lnTo>
                  <a:pt x="2528763" y="423405"/>
                </a:lnTo>
                <a:lnTo>
                  <a:pt x="2526876" y="479106"/>
                </a:lnTo>
                <a:lnTo>
                  <a:pt x="2523835" y="531142"/>
                </a:lnTo>
                <a:lnTo>
                  <a:pt x="2519912" y="579447"/>
                </a:lnTo>
                <a:lnTo>
                  <a:pt x="2514922" y="627446"/>
                </a:lnTo>
                <a:lnTo>
                  <a:pt x="2508878" y="675129"/>
                </a:lnTo>
                <a:lnTo>
                  <a:pt x="2501791" y="722482"/>
                </a:lnTo>
                <a:lnTo>
                  <a:pt x="2493673" y="769493"/>
                </a:lnTo>
                <a:lnTo>
                  <a:pt x="2484536" y="816152"/>
                </a:lnTo>
                <a:lnTo>
                  <a:pt x="2474393" y="862446"/>
                </a:lnTo>
                <a:lnTo>
                  <a:pt x="2463255" y="908363"/>
                </a:lnTo>
                <a:lnTo>
                  <a:pt x="2451134" y="953891"/>
                </a:lnTo>
                <a:lnTo>
                  <a:pt x="2438042" y="999019"/>
                </a:lnTo>
                <a:lnTo>
                  <a:pt x="2423992" y="1043733"/>
                </a:lnTo>
                <a:lnTo>
                  <a:pt x="2408994" y="1088024"/>
                </a:lnTo>
                <a:lnTo>
                  <a:pt x="2393062" y="1131878"/>
                </a:lnTo>
                <a:lnTo>
                  <a:pt x="2376208" y="1175284"/>
                </a:lnTo>
                <a:lnTo>
                  <a:pt x="2358442" y="1218229"/>
                </a:lnTo>
                <a:lnTo>
                  <a:pt x="2339777" y="1260702"/>
                </a:lnTo>
                <a:lnTo>
                  <a:pt x="2320226" y="1302692"/>
                </a:lnTo>
                <a:lnTo>
                  <a:pt x="2299799" y="1344185"/>
                </a:lnTo>
                <a:lnTo>
                  <a:pt x="2278510" y="1385170"/>
                </a:lnTo>
                <a:lnTo>
                  <a:pt x="2256370" y="1425636"/>
                </a:lnTo>
                <a:lnTo>
                  <a:pt x="2233391" y="1465570"/>
                </a:lnTo>
                <a:lnTo>
                  <a:pt x="2209585" y="1504961"/>
                </a:lnTo>
                <a:lnTo>
                  <a:pt x="2184964" y="1543796"/>
                </a:lnTo>
                <a:lnTo>
                  <a:pt x="2159540" y="1582064"/>
                </a:lnTo>
                <a:lnTo>
                  <a:pt x="2134165" y="1618544"/>
                </a:lnTo>
                <a:close/>
              </a:path>
              <a:path w="2529840" h="2524125">
                <a:moveTo>
                  <a:pt x="369741" y="2524005"/>
                </a:moveTo>
                <a:lnTo>
                  <a:pt x="318221" y="2523189"/>
                </a:lnTo>
                <a:lnTo>
                  <a:pt x="266904" y="2521175"/>
                </a:lnTo>
                <a:lnTo>
                  <a:pt x="215797" y="2517967"/>
                </a:lnTo>
                <a:lnTo>
                  <a:pt x="164910" y="2513565"/>
                </a:lnTo>
                <a:lnTo>
                  <a:pt x="114251" y="2507973"/>
                </a:lnTo>
                <a:lnTo>
                  <a:pt x="63831" y="2501191"/>
                </a:lnTo>
                <a:lnTo>
                  <a:pt x="13656" y="2493221"/>
                </a:lnTo>
                <a:lnTo>
                  <a:pt x="0" y="2490717"/>
                </a:lnTo>
                <a:lnTo>
                  <a:pt x="0" y="1559731"/>
                </a:lnTo>
                <a:lnTo>
                  <a:pt x="34420" y="1570387"/>
                </a:lnTo>
                <a:lnTo>
                  <a:pt x="81846" y="1583012"/>
                </a:lnTo>
                <a:lnTo>
                  <a:pt x="129750" y="1593730"/>
                </a:lnTo>
                <a:lnTo>
                  <a:pt x="178108" y="1602536"/>
                </a:lnTo>
                <a:lnTo>
                  <a:pt x="226896" y="1609424"/>
                </a:lnTo>
                <a:lnTo>
                  <a:pt x="276089" y="1614389"/>
                </a:lnTo>
                <a:lnTo>
                  <a:pt x="325664" y="1617426"/>
                </a:lnTo>
                <a:lnTo>
                  <a:pt x="374226" y="1618544"/>
                </a:lnTo>
                <a:lnTo>
                  <a:pt x="2134165" y="1618544"/>
                </a:lnTo>
                <a:lnTo>
                  <a:pt x="2133325" y="1619752"/>
                </a:lnTo>
                <a:lnTo>
                  <a:pt x="2106331" y="1656849"/>
                </a:lnTo>
                <a:lnTo>
                  <a:pt x="2078570" y="1693343"/>
                </a:lnTo>
                <a:lnTo>
                  <a:pt x="2050055" y="1729222"/>
                </a:lnTo>
                <a:lnTo>
                  <a:pt x="2020796" y="1764474"/>
                </a:lnTo>
                <a:lnTo>
                  <a:pt x="1990806" y="1799087"/>
                </a:lnTo>
                <a:lnTo>
                  <a:pt x="1960097" y="1833050"/>
                </a:lnTo>
                <a:lnTo>
                  <a:pt x="1928681" y="1866350"/>
                </a:lnTo>
                <a:lnTo>
                  <a:pt x="1896569" y="1898975"/>
                </a:lnTo>
                <a:lnTo>
                  <a:pt x="1863775" y="1930914"/>
                </a:lnTo>
                <a:lnTo>
                  <a:pt x="1830310" y="1962155"/>
                </a:lnTo>
                <a:lnTo>
                  <a:pt x="1796185" y="1992685"/>
                </a:lnTo>
                <a:lnTo>
                  <a:pt x="1761414" y="2022493"/>
                </a:lnTo>
                <a:lnTo>
                  <a:pt x="1726007" y="2051567"/>
                </a:lnTo>
                <a:lnTo>
                  <a:pt x="1689977" y="2079895"/>
                </a:lnTo>
                <a:lnTo>
                  <a:pt x="1653336" y="2107465"/>
                </a:lnTo>
                <a:lnTo>
                  <a:pt x="1616096" y="2134265"/>
                </a:lnTo>
                <a:lnTo>
                  <a:pt x="1578269" y="2160284"/>
                </a:lnTo>
                <a:lnTo>
                  <a:pt x="1539866" y="2185509"/>
                </a:lnTo>
                <a:lnTo>
                  <a:pt x="1500900" y="2209928"/>
                </a:lnTo>
                <a:lnTo>
                  <a:pt x="1461383" y="2233530"/>
                </a:lnTo>
                <a:lnTo>
                  <a:pt x="1421327" y="2256303"/>
                </a:lnTo>
                <a:lnTo>
                  <a:pt x="1380744" y="2278234"/>
                </a:lnTo>
                <a:lnTo>
                  <a:pt x="1339645" y="2299312"/>
                </a:lnTo>
                <a:lnTo>
                  <a:pt x="1298043" y="2319526"/>
                </a:lnTo>
                <a:lnTo>
                  <a:pt x="1255949" y="2338862"/>
                </a:lnTo>
                <a:lnTo>
                  <a:pt x="1213377" y="2357309"/>
                </a:lnTo>
                <a:lnTo>
                  <a:pt x="1170337" y="2374855"/>
                </a:lnTo>
                <a:lnTo>
                  <a:pt x="1126841" y="2391489"/>
                </a:lnTo>
                <a:lnTo>
                  <a:pt x="1082903" y="2407198"/>
                </a:lnTo>
                <a:lnTo>
                  <a:pt x="1038533" y="2421971"/>
                </a:lnTo>
                <a:lnTo>
                  <a:pt x="993743" y="2435795"/>
                </a:lnTo>
                <a:lnTo>
                  <a:pt x="948547" y="2448659"/>
                </a:lnTo>
                <a:lnTo>
                  <a:pt x="902954" y="2460551"/>
                </a:lnTo>
                <a:lnTo>
                  <a:pt x="856979" y="2471459"/>
                </a:lnTo>
                <a:lnTo>
                  <a:pt x="810632" y="2481370"/>
                </a:lnTo>
                <a:lnTo>
                  <a:pt x="763925" y="2490274"/>
                </a:lnTo>
                <a:lnTo>
                  <a:pt x="716872" y="2498157"/>
                </a:lnTo>
                <a:lnTo>
                  <a:pt x="669482" y="2505009"/>
                </a:lnTo>
                <a:lnTo>
                  <a:pt x="621769" y="2510817"/>
                </a:lnTo>
                <a:lnTo>
                  <a:pt x="573745" y="2515570"/>
                </a:lnTo>
                <a:lnTo>
                  <a:pt x="525421" y="2519255"/>
                </a:lnTo>
                <a:lnTo>
                  <a:pt x="473350" y="2522040"/>
                </a:lnTo>
                <a:lnTo>
                  <a:pt x="421453" y="2523623"/>
                </a:lnTo>
                <a:lnTo>
                  <a:pt x="369741" y="2524005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116744" y="9123360"/>
            <a:ext cx="3513454" cy="1163955"/>
          </a:xfrm>
          <a:custGeom>
            <a:avLst/>
            <a:gdLst/>
            <a:ahLst/>
            <a:cxnLst/>
            <a:rect l="l" t="t" r="r" b="b"/>
            <a:pathLst>
              <a:path w="3513454" h="1163954">
                <a:moveTo>
                  <a:pt x="3151635" y="611262"/>
                </a:moveTo>
                <a:lnTo>
                  <a:pt x="3187412" y="650699"/>
                </a:lnTo>
                <a:lnTo>
                  <a:pt x="3219514" y="687908"/>
                </a:lnTo>
                <a:lnTo>
                  <a:pt x="3251762" y="727314"/>
                </a:lnTo>
                <a:lnTo>
                  <a:pt x="3283608" y="768374"/>
                </a:lnTo>
                <a:lnTo>
                  <a:pt x="3283403" y="768148"/>
                </a:lnTo>
                <a:lnTo>
                  <a:pt x="3312844" y="808241"/>
                </a:lnTo>
                <a:lnTo>
                  <a:pt x="3341668" y="849743"/>
                </a:lnTo>
                <a:lnTo>
                  <a:pt x="3369339" y="891926"/>
                </a:lnTo>
                <a:lnTo>
                  <a:pt x="3395853" y="934778"/>
                </a:lnTo>
                <a:lnTo>
                  <a:pt x="3421202" y="978291"/>
                </a:lnTo>
                <a:lnTo>
                  <a:pt x="3445382" y="1022455"/>
                </a:lnTo>
                <a:lnTo>
                  <a:pt x="3468387" y="1067260"/>
                </a:lnTo>
                <a:lnTo>
                  <a:pt x="3490212" y="1112696"/>
                </a:lnTo>
                <a:lnTo>
                  <a:pt x="3510850" y="1158754"/>
                </a:lnTo>
                <a:lnTo>
                  <a:pt x="3512885" y="1163638"/>
                </a:lnTo>
                <a:lnTo>
                  <a:pt x="2560035" y="1163638"/>
                </a:lnTo>
                <a:lnTo>
                  <a:pt x="2537080" y="1139391"/>
                </a:lnTo>
                <a:lnTo>
                  <a:pt x="2502761" y="1106064"/>
                </a:lnTo>
                <a:lnTo>
                  <a:pt x="2467387" y="1074486"/>
                </a:lnTo>
                <a:lnTo>
                  <a:pt x="2431014" y="1044660"/>
                </a:lnTo>
                <a:lnTo>
                  <a:pt x="2393699" y="1016590"/>
                </a:lnTo>
                <a:lnTo>
                  <a:pt x="2355498" y="990279"/>
                </a:lnTo>
                <a:lnTo>
                  <a:pt x="2316469" y="965728"/>
                </a:lnTo>
                <a:lnTo>
                  <a:pt x="2276668" y="942942"/>
                </a:lnTo>
                <a:lnTo>
                  <a:pt x="2236151" y="921924"/>
                </a:lnTo>
                <a:lnTo>
                  <a:pt x="2194975" y="902675"/>
                </a:lnTo>
                <a:lnTo>
                  <a:pt x="2153197" y="885200"/>
                </a:lnTo>
                <a:lnTo>
                  <a:pt x="2110874" y="869500"/>
                </a:lnTo>
                <a:lnTo>
                  <a:pt x="2068062" y="855579"/>
                </a:lnTo>
                <a:lnTo>
                  <a:pt x="2024818" y="843440"/>
                </a:lnTo>
                <a:lnTo>
                  <a:pt x="1981199" y="833086"/>
                </a:lnTo>
                <a:lnTo>
                  <a:pt x="1937261" y="824519"/>
                </a:lnTo>
                <a:lnTo>
                  <a:pt x="1893060" y="817743"/>
                </a:lnTo>
                <a:lnTo>
                  <a:pt x="1848655" y="812761"/>
                </a:lnTo>
                <a:lnTo>
                  <a:pt x="1804100" y="809575"/>
                </a:lnTo>
                <a:lnTo>
                  <a:pt x="1759454" y="808188"/>
                </a:lnTo>
                <a:lnTo>
                  <a:pt x="1714772" y="808603"/>
                </a:lnTo>
                <a:lnTo>
                  <a:pt x="1670111" y="810824"/>
                </a:lnTo>
                <a:lnTo>
                  <a:pt x="1625528" y="814852"/>
                </a:lnTo>
                <a:lnTo>
                  <a:pt x="1581080" y="820692"/>
                </a:lnTo>
                <a:lnTo>
                  <a:pt x="1536823" y="828346"/>
                </a:lnTo>
                <a:lnTo>
                  <a:pt x="1492814" y="837816"/>
                </a:lnTo>
                <a:lnTo>
                  <a:pt x="1449110" y="849107"/>
                </a:lnTo>
                <a:lnTo>
                  <a:pt x="1405767" y="862220"/>
                </a:lnTo>
                <a:lnTo>
                  <a:pt x="1362842" y="877158"/>
                </a:lnTo>
                <a:lnTo>
                  <a:pt x="1320391" y="893925"/>
                </a:lnTo>
                <a:lnTo>
                  <a:pt x="1278440" y="912540"/>
                </a:lnTo>
                <a:lnTo>
                  <a:pt x="1237140" y="932957"/>
                </a:lnTo>
                <a:lnTo>
                  <a:pt x="1196454" y="955227"/>
                </a:lnTo>
                <a:lnTo>
                  <a:pt x="1156468" y="979338"/>
                </a:lnTo>
                <a:lnTo>
                  <a:pt x="1117241" y="1005291"/>
                </a:lnTo>
                <a:lnTo>
                  <a:pt x="1078828" y="1033091"/>
                </a:lnTo>
                <a:lnTo>
                  <a:pt x="1041286" y="1062740"/>
                </a:lnTo>
                <a:lnTo>
                  <a:pt x="1004672" y="1094241"/>
                </a:lnTo>
                <a:lnTo>
                  <a:pt x="969043" y="1127596"/>
                </a:lnTo>
                <a:lnTo>
                  <a:pt x="934118" y="1163226"/>
                </a:lnTo>
                <a:lnTo>
                  <a:pt x="933749" y="1163638"/>
                </a:lnTo>
                <a:lnTo>
                  <a:pt x="52471" y="1163638"/>
                </a:lnTo>
                <a:lnTo>
                  <a:pt x="12712" y="1145850"/>
                </a:lnTo>
                <a:lnTo>
                  <a:pt x="5754" y="1140873"/>
                </a:lnTo>
                <a:lnTo>
                  <a:pt x="1394" y="1133844"/>
                </a:lnTo>
                <a:lnTo>
                  <a:pt x="0" y="1125699"/>
                </a:lnTo>
                <a:lnTo>
                  <a:pt x="1939" y="1117379"/>
                </a:lnTo>
                <a:lnTo>
                  <a:pt x="23780" y="1071569"/>
                </a:lnTo>
                <a:lnTo>
                  <a:pt x="46757" y="1026468"/>
                </a:lnTo>
                <a:lnTo>
                  <a:pt x="70863" y="982083"/>
                </a:lnTo>
                <a:lnTo>
                  <a:pt x="96092" y="938424"/>
                </a:lnTo>
                <a:lnTo>
                  <a:pt x="122438" y="895500"/>
                </a:lnTo>
                <a:lnTo>
                  <a:pt x="149892" y="853321"/>
                </a:lnTo>
                <a:lnTo>
                  <a:pt x="178450" y="811896"/>
                </a:lnTo>
                <a:lnTo>
                  <a:pt x="208103" y="771234"/>
                </a:lnTo>
                <a:lnTo>
                  <a:pt x="238846" y="731345"/>
                </a:lnTo>
                <a:lnTo>
                  <a:pt x="270671" y="692237"/>
                </a:lnTo>
                <a:lnTo>
                  <a:pt x="303573" y="653920"/>
                </a:lnTo>
                <a:lnTo>
                  <a:pt x="337543" y="616403"/>
                </a:lnTo>
                <a:lnTo>
                  <a:pt x="372577" y="579695"/>
                </a:lnTo>
                <a:lnTo>
                  <a:pt x="408666" y="543805"/>
                </a:lnTo>
                <a:lnTo>
                  <a:pt x="445804" y="508744"/>
                </a:lnTo>
                <a:lnTo>
                  <a:pt x="483985" y="474519"/>
                </a:lnTo>
                <a:lnTo>
                  <a:pt x="523201" y="441141"/>
                </a:lnTo>
                <a:lnTo>
                  <a:pt x="563447" y="408618"/>
                </a:lnTo>
                <a:lnTo>
                  <a:pt x="601877" y="379136"/>
                </a:lnTo>
                <a:lnTo>
                  <a:pt x="640853" y="350767"/>
                </a:lnTo>
                <a:lnTo>
                  <a:pt x="680354" y="323509"/>
                </a:lnTo>
                <a:lnTo>
                  <a:pt x="720359" y="297362"/>
                </a:lnTo>
                <a:lnTo>
                  <a:pt x="760847" y="272325"/>
                </a:lnTo>
                <a:lnTo>
                  <a:pt x="801798" y="248396"/>
                </a:lnTo>
                <a:lnTo>
                  <a:pt x="843188" y="225575"/>
                </a:lnTo>
                <a:lnTo>
                  <a:pt x="884999" y="203859"/>
                </a:lnTo>
                <a:lnTo>
                  <a:pt x="927208" y="183249"/>
                </a:lnTo>
                <a:lnTo>
                  <a:pt x="969794" y="163743"/>
                </a:lnTo>
                <a:lnTo>
                  <a:pt x="1012737" y="145340"/>
                </a:lnTo>
                <a:lnTo>
                  <a:pt x="1056015" y="128039"/>
                </a:lnTo>
                <a:lnTo>
                  <a:pt x="1099607" y="111839"/>
                </a:lnTo>
                <a:lnTo>
                  <a:pt x="1143492" y="96738"/>
                </a:lnTo>
                <a:lnTo>
                  <a:pt x="1187649" y="82736"/>
                </a:lnTo>
                <a:lnTo>
                  <a:pt x="1232056" y="69831"/>
                </a:lnTo>
                <a:lnTo>
                  <a:pt x="1276693" y="58023"/>
                </a:lnTo>
                <a:lnTo>
                  <a:pt x="1321539" y="47310"/>
                </a:lnTo>
                <a:lnTo>
                  <a:pt x="1366572" y="37691"/>
                </a:lnTo>
                <a:lnTo>
                  <a:pt x="1411772" y="29165"/>
                </a:lnTo>
                <a:lnTo>
                  <a:pt x="1457117" y="21732"/>
                </a:lnTo>
                <a:lnTo>
                  <a:pt x="1502586" y="15389"/>
                </a:lnTo>
                <a:lnTo>
                  <a:pt x="1548157" y="10136"/>
                </a:lnTo>
                <a:lnTo>
                  <a:pt x="1593811" y="5971"/>
                </a:lnTo>
                <a:lnTo>
                  <a:pt x="1639526" y="2895"/>
                </a:lnTo>
                <a:lnTo>
                  <a:pt x="1685280" y="904"/>
                </a:lnTo>
                <a:lnTo>
                  <a:pt x="1731053" y="0"/>
                </a:lnTo>
                <a:lnTo>
                  <a:pt x="1776823" y="179"/>
                </a:lnTo>
                <a:lnTo>
                  <a:pt x="1822570" y="1442"/>
                </a:lnTo>
                <a:lnTo>
                  <a:pt x="1868272" y="3786"/>
                </a:lnTo>
                <a:lnTo>
                  <a:pt x="1913908" y="7212"/>
                </a:lnTo>
                <a:lnTo>
                  <a:pt x="1959457" y="11718"/>
                </a:lnTo>
                <a:lnTo>
                  <a:pt x="2004898" y="17302"/>
                </a:lnTo>
                <a:lnTo>
                  <a:pt x="2050210" y="23965"/>
                </a:lnTo>
                <a:lnTo>
                  <a:pt x="2095372" y="31704"/>
                </a:lnTo>
                <a:lnTo>
                  <a:pt x="2140362" y="40518"/>
                </a:lnTo>
                <a:lnTo>
                  <a:pt x="2185159" y="50407"/>
                </a:lnTo>
                <a:lnTo>
                  <a:pt x="2229743" y="61369"/>
                </a:lnTo>
                <a:lnTo>
                  <a:pt x="2274093" y="73403"/>
                </a:lnTo>
                <a:lnTo>
                  <a:pt x="2318186" y="86509"/>
                </a:lnTo>
                <a:lnTo>
                  <a:pt x="2362003" y="100684"/>
                </a:lnTo>
                <a:lnTo>
                  <a:pt x="2405521" y="115929"/>
                </a:lnTo>
                <a:lnTo>
                  <a:pt x="2448721" y="132241"/>
                </a:lnTo>
                <a:lnTo>
                  <a:pt x="2491580" y="149620"/>
                </a:lnTo>
                <a:lnTo>
                  <a:pt x="2534078" y="168065"/>
                </a:lnTo>
                <a:lnTo>
                  <a:pt x="2576193" y="187574"/>
                </a:lnTo>
                <a:lnTo>
                  <a:pt x="2617905" y="208146"/>
                </a:lnTo>
                <a:lnTo>
                  <a:pt x="2659192" y="229781"/>
                </a:lnTo>
                <a:lnTo>
                  <a:pt x="2700033" y="252478"/>
                </a:lnTo>
                <a:lnTo>
                  <a:pt x="2740407" y="276234"/>
                </a:lnTo>
                <a:lnTo>
                  <a:pt x="2780293" y="301050"/>
                </a:lnTo>
                <a:lnTo>
                  <a:pt x="2819670" y="326923"/>
                </a:lnTo>
                <a:lnTo>
                  <a:pt x="2858517" y="353853"/>
                </a:lnTo>
                <a:lnTo>
                  <a:pt x="2896813" y="381839"/>
                </a:lnTo>
                <a:lnTo>
                  <a:pt x="2934536" y="410880"/>
                </a:lnTo>
                <a:lnTo>
                  <a:pt x="2971666" y="440974"/>
                </a:lnTo>
                <a:lnTo>
                  <a:pt x="3008181" y="472121"/>
                </a:lnTo>
                <a:lnTo>
                  <a:pt x="3044060" y="504319"/>
                </a:lnTo>
                <a:lnTo>
                  <a:pt x="3079282" y="537567"/>
                </a:lnTo>
                <a:lnTo>
                  <a:pt x="3116015" y="574041"/>
                </a:lnTo>
                <a:lnTo>
                  <a:pt x="3151635" y="61126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2231509" y="547280"/>
            <a:ext cx="1918970" cy="1802130"/>
          </a:xfrm>
          <a:custGeom>
            <a:avLst/>
            <a:gdLst/>
            <a:ahLst/>
            <a:cxnLst/>
            <a:rect l="l" t="t" r="r" b="b"/>
            <a:pathLst>
              <a:path w="1918969" h="1802130">
                <a:moveTo>
                  <a:pt x="771283" y="1337868"/>
                </a:moveTo>
                <a:lnTo>
                  <a:pt x="725297" y="1318831"/>
                </a:lnTo>
                <a:lnTo>
                  <a:pt x="681304" y="1299908"/>
                </a:lnTo>
                <a:lnTo>
                  <a:pt x="637781" y="1279512"/>
                </a:lnTo>
                <a:lnTo>
                  <a:pt x="596290" y="1257325"/>
                </a:lnTo>
                <a:lnTo>
                  <a:pt x="558368" y="1232992"/>
                </a:lnTo>
                <a:lnTo>
                  <a:pt x="525564" y="1206207"/>
                </a:lnTo>
                <a:lnTo>
                  <a:pt x="497014" y="1171117"/>
                </a:lnTo>
                <a:lnTo>
                  <a:pt x="476186" y="1130808"/>
                </a:lnTo>
                <a:lnTo>
                  <a:pt x="459651" y="1087475"/>
                </a:lnTo>
                <a:lnTo>
                  <a:pt x="444004" y="1043355"/>
                </a:lnTo>
                <a:lnTo>
                  <a:pt x="432498" y="1011567"/>
                </a:lnTo>
                <a:lnTo>
                  <a:pt x="422681" y="981443"/>
                </a:lnTo>
                <a:lnTo>
                  <a:pt x="412445" y="945896"/>
                </a:lnTo>
                <a:lnTo>
                  <a:pt x="399745" y="897902"/>
                </a:lnTo>
                <a:lnTo>
                  <a:pt x="397827" y="890422"/>
                </a:lnTo>
                <a:lnTo>
                  <a:pt x="387337" y="890422"/>
                </a:lnTo>
                <a:lnTo>
                  <a:pt x="372529" y="945045"/>
                </a:lnTo>
                <a:lnTo>
                  <a:pt x="352310" y="1009891"/>
                </a:lnTo>
                <a:lnTo>
                  <a:pt x="341185" y="1043343"/>
                </a:lnTo>
                <a:lnTo>
                  <a:pt x="326605" y="1087513"/>
                </a:lnTo>
                <a:lnTo>
                  <a:pt x="309956" y="1130833"/>
                </a:lnTo>
                <a:lnTo>
                  <a:pt x="288531" y="1171130"/>
                </a:lnTo>
                <a:lnTo>
                  <a:pt x="259626" y="1206207"/>
                </a:lnTo>
                <a:lnTo>
                  <a:pt x="226123" y="1232966"/>
                </a:lnTo>
                <a:lnTo>
                  <a:pt x="186372" y="1257261"/>
                </a:lnTo>
                <a:lnTo>
                  <a:pt x="142443" y="1279436"/>
                </a:lnTo>
                <a:lnTo>
                  <a:pt x="96380" y="1299819"/>
                </a:lnTo>
                <a:lnTo>
                  <a:pt x="50253" y="1318717"/>
                </a:lnTo>
                <a:lnTo>
                  <a:pt x="6134" y="1336471"/>
                </a:lnTo>
                <a:lnTo>
                  <a:pt x="63" y="1338948"/>
                </a:lnTo>
                <a:lnTo>
                  <a:pt x="0" y="1347520"/>
                </a:lnTo>
                <a:lnTo>
                  <a:pt x="6019" y="1350111"/>
                </a:lnTo>
                <a:lnTo>
                  <a:pt x="113766" y="1395476"/>
                </a:lnTo>
                <a:lnTo>
                  <a:pt x="159194" y="1416380"/>
                </a:lnTo>
                <a:lnTo>
                  <a:pt x="199351" y="1438681"/>
                </a:lnTo>
                <a:lnTo>
                  <a:pt x="234569" y="1464271"/>
                </a:lnTo>
                <a:lnTo>
                  <a:pt x="265125" y="1495107"/>
                </a:lnTo>
                <a:lnTo>
                  <a:pt x="291325" y="1533093"/>
                </a:lnTo>
                <a:lnTo>
                  <a:pt x="318338" y="1589620"/>
                </a:lnTo>
                <a:lnTo>
                  <a:pt x="342582" y="1658023"/>
                </a:lnTo>
                <a:lnTo>
                  <a:pt x="361823" y="1720151"/>
                </a:lnTo>
                <a:lnTo>
                  <a:pt x="371881" y="1752904"/>
                </a:lnTo>
                <a:lnTo>
                  <a:pt x="385546" y="1795195"/>
                </a:lnTo>
                <a:lnTo>
                  <a:pt x="387794" y="1801977"/>
                </a:lnTo>
                <a:lnTo>
                  <a:pt x="397395" y="1801977"/>
                </a:lnTo>
                <a:lnTo>
                  <a:pt x="399643" y="1795195"/>
                </a:lnTo>
                <a:lnTo>
                  <a:pt x="413308" y="1752904"/>
                </a:lnTo>
                <a:lnTo>
                  <a:pt x="423367" y="1720151"/>
                </a:lnTo>
                <a:lnTo>
                  <a:pt x="432295" y="1690636"/>
                </a:lnTo>
                <a:lnTo>
                  <a:pt x="442607" y="1658023"/>
                </a:lnTo>
                <a:lnTo>
                  <a:pt x="454875" y="1621637"/>
                </a:lnTo>
                <a:lnTo>
                  <a:pt x="479526" y="1560563"/>
                </a:lnTo>
                <a:lnTo>
                  <a:pt x="519976" y="1495044"/>
                </a:lnTo>
                <a:lnTo>
                  <a:pt x="550265" y="1463967"/>
                </a:lnTo>
                <a:lnTo>
                  <a:pt x="584835" y="1438059"/>
                </a:lnTo>
                <a:lnTo>
                  <a:pt x="623824" y="1415516"/>
                </a:lnTo>
                <a:lnTo>
                  <a:pt x="667334" y="1394561"/>
                </a:lnTo>
                <a:lnTo>
                  <a:pt x="715492" y="1373378"/>
                </a:lnTo>
                <a:lnTo>
                  <a:pt x="768413" y="1350175"/>
                </a:lnTo>
                <a:lnTo>
                  <a:pt x="771283" y="1348879"/>
                </a:lnTo>
                <a:lnTo>
                  <a:pt x="771283" y="1337868"/>
                </a:lnTo>
                <a:close/>
              </a:path>
              <a:path w="1918969" h="1802130">
                <a:moveTo>
                  <a:pt x="1918716" y="667372"/>
                </a:moveTo>
                <a:lnTo>
                  <a:pt x="1916988" y="661555"/>
                </a:lnTo>
                <a:lnTo>
                  <a:pt x="1911972" y="657428"/>
                </a:lnTo>
                <a:lnTo>
                  <a:pt x="1864575" y="637844"/>
                </a:lnTo>
                <a:lnTo>
                  <a:pt x="1815947" y="617372"/>
                </a:lnTo>
                <a:lnTo>
                  <a:pt x="1767090" y="595807"/>
                </a:lnTo>
                <a:lnTo>
                  <a:pt x="1718945" y="572960"/>
                </a:lnTo>
                <a:lnTo>
                  <a:pt x="1672475" y="548601"/>
                </a:lnTo>
                <a:lnTo>
                  <a:pt x="1628673" y="522541"/>
                </a:lnTo>
                <a:lnTo>
                  <a:pt x="1588477" y="494563"/>
                </a:lnTo>
                <a:lnTo>
                  <a:pt x="1552867" y="464464"/>
                </a:lnTo>
                <a:lnTo>
                  <a:pt x="1518005" y="423659"/>
                </a:lnTo>
                <a:lnTo>
                  <a:pt x="1491081" y="377469"/>
                </a:lnTo>
                <a:lnTo>
                  <a:pt x="1469529" y="327596"/>
                </a:lnTo>
                <a:lnTo>
                  <a:pt x="1450759" y="275704"/>
                </a:lnTo>
                <a:lnTo>
                  <a:pt x="1432179" y="223469"/>
                </a:lnTo>
                <a:lnTo>
                  <a:pt x="1415161" y="176441"/>
                </a:lnTo>
                <a:lnTo>
                  <a:pt x="1400619" y="131851"/>
                </a:lnTo>
                <a:lnTo>
                  <a:pt x="1385481" y="79260"/>
                </a:lnTo>
                <a:lnTo>
                  <a:pt x="1366685" y="8229"/>
                </a:lnTo>
                <a:lnTo>
                  <a:pt x="1362570" y="2070"/>
                </a:lnTo>
                <a:lnTo>
                  <a:pt x="1356080" y="0"/>
                </a:lnTo>
                <a:lnTo>
                  <a:pt x="1349578" y="2044"/>
                </a:lnTo>
                <a:lnTo>
                  <a:pt x="1345438" y="8191"/>
                </a:lnTo>
                <a:lnTo>
                  <a:pt x="1326413" y="77990"/>
                </a:lnTo>
                <a:lnTo>
                  <a:pt x="1311021" y="129362"/>
                </a:lnTo>
                <a:lnTo>
                  <a:pt x="1296479" y="173951"/>
                </a:lnTo>
                <a:lnTo>
                  <a:pt x="1280020" y="223469"/>
                </a:lnTo>
                <a:lnTo>
                  <a:pt x="1262888" y="275742"/>
                </a:lnTo>
                <a:lnTo>
                  <a:pt x="1244295" y="327647"/>
                </a:lnTo>
                <a:lnTo>
                  <a:pt x="1222197" y="377507"/>
                </a:lnTo>
                <a:lnTo>
                  <a:pt x="1194562" y="423659"/>
                </a:lnTo>
                <a:lnTo>
                  <a:pt x="1159332" y="464464"/>
                </a:lnTo>
                <a:lnTo>
                  <a:pt x="1123137" y="494525"/>
                </a:lnTo>
                <a:lnTo>
                  <a:pt x="1081303" y="522478"/>
                </a:lnTo>
                <a:lnTo>
                  <a:pt x="1035138" y="548513"/>
                </a:lnTo>
                <a:lnTo>
                  <a:pt x="985913" y="572846"/>
                </a:lnTo>
                <a:lnTo>
                  <a:pt x="934923" y="595680"/>
                </a:lnTo>
                <a:lnTo>
                  <a:pt x="883450" y="617220"/>
                </a:lnTo>
                <a:lnTo>
                  <a:pt x="784199" y="657250"/>
                </a:lnTo>
                <a:lnTo>
                  <a:pt x="779132" y="661403"/>
                </a:lnTo>
                <a:lnTo>
                  <a:pt x="777405" y="667270"/>
                </a:lnTo>
                <a:lnTo>
                  <a:pt x="779043" y="673176"/>
                </a:lnTo>
                <a:lnTo>
                  <a:pt x="784034" y="677430"/>
                </a:lnTo>
                <a:lnTo>
                  <a:pt x="843788" y="702716"/>
                </a:lnTo>
                <a:lnTo>
                  <a:pt x="899248" y="725792"/>
                </a:lnTo>
                <a:lnTo>
                  <a:pt x="950569" y="747636"/>
                </a:lnTo>
                <a:lnTo>
                  <a:pt x="997889" y="769239"/>
                </a:lnTo>
                <a:lnTo>
                  <a:pt x="1041361" y="791552"/>
                </a:lnTo>
                <a:lnTo>
                  <a:pt x="1081138" y="815581"/>
                </a:lnTo>
                <a:lnTo>
                  <a:pt x="1117358" y="842276"/>
                </a:lnTo>
                <a:lnTo>
                  <a:pt x="1150188" y="872629"/>
                </a:lnTo>
                <a:lnTo>
                  <a:pt x="1179766" y="907605"/>
                </a:lnTo>
                <a:lnTo>
                  <a:pt x="1206233" y="948194"/>
                </a:lnTo>
                <a:lnTo>
                  <a:pt x="1227467" y="988860"/>
                </a:lnTo>
                <a:lnTo>
                  <a:pt x="1246212" y="1031849"/>
                </a:lnTo>
                <a:lnTo>
                  <a:pt x="1263942" y="1079246"/>
                </a:lnTo>
                <a:lnTo>
                  <a:pt x="1282090" y="1133068"/>
                </a:lnTo>
                <a:lnTo>
                  <a:pt x="1297355" y="1181341"/>
                </a:lnTo>
                <a:lnTo>
                  <a:pt x="1310576" y="1225029"/>
                </a:lnTo>
                <a:lnTo>
                  <a:pt x="1325448" y="1273479"/>
                </a:lnTo>
                <a:lnTo>
                  <a:pt x="1345679" y="1336078"/>
                </a:lnTo>
                <a:lnTo>
                  <a:pt x="1349870" y="1341716"/>
                </a:lnTo>
                <a:lnTo>
                  <a:pt x="1356106" y="1343596"/>
                </a:lnTo>
                <a:lnTo>
                  <a:pt x="1362341" y="1341716"/>
                </a:lnTo>
                <a:lnTo>
                  <a:pt x="1366532" y="1336078"/>
                </a:lnTo>
                <a:lnTo>
                  <a:pt x="1386763" y="1273479"/>
                </a:lnTo>
                <a:lnTo>
                  <a:pt x="1401635" y="1225029"/>
                </a:lnTo>
                <a:lnTo>
                  <a:pt x="1414856" y="1181341"/>
                </a:lnTo>
                <a:lnTo>
                  <a:pt x="1430121" y="1133068"/>
                </a:lnTo>
                <a:lnTo>
                  <a:pt x="1448269" y="1079246"/>
                </a:lnTo>
                <a:lnTo>
                  <a:pt x="1465986" y="1031862"/>
                </a:lnTo>
                <a:lnTo>
                  <a:pt x="1484731" y="988860"/>
                </a:lnTo>
                <a:lnTo>
                  <a:pt x="1505966" y="948194"/>
                </a:lnTo>
                <a:lnTo>
                  <a:pt x="1532382" y="907580"/>
                </a:lnTo>
                <a:lnTo>
                  <a:pt x="1561782" y="872413"/>
                </a:lnTo>
                <a:lnTo>
                  <a:pt x="1594256" y="841768"/>
                </a:lnTo>
                <a:lnTo>
                  <a:pt x="1629841" y="814743"/>
                </a:lnTo>
                <a:lnTo>
                  <a:pt x="1668614" y="790435"/>
                </a:lnTo>
                <a:lnTo>
                  <a:pt x="1710626" y="767905"/>
                </a:lnTo>
                <a:lnTo>
                  <a:pt x="1755927" y="746264"/>
                </a:lnTo>
                <a:lnTo>
                  <a:pt x="1804593" y="724598"/>
                </a:lnTo>
                <a:lnTo>
                  <a:pt x="1856676" y="701979"/>
                </a:lnTo>
                <a:lnTo>
                  <a:pt x="1912239" y="677519"/>
                </a:lnTo>
                <a:lnTo>
                  <a:pt x="1917141" y="673239"/>
                </a:lnTo>
                <a:lnTo>
                  <a:pt x="1918716" y="66737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1440628" y="8496452"/>
            <a:ext cx="487045" cy="572770"/>
          </a:xfrm>
          <a:custGeom>
            <a:avLst/>
            <a:gdLst/>
            <a:ahLst/>
            <a:cxnLst/>
            <a:rect l="l" t="t" r="r" b="b"/>
            <a:pathLst>
              <a:path w="487045" h="572770">
                <a:moveTo>
                  <a:pt x="249659" y="572636"/>
                </a:moveTo>
                <a:lnTo>
                  <a:pt x="243630" y="572636"/>
                </a:lnTo>
                <a:lnTo>
                  <a:pt x="242217" y="568379"/>
                </a:lnTo>
                <a:lnTo>
                  <a:pt x="233628" y="541805"/>
                </a:lnTo>
                <a:lnTo>
                  <a:pt x="227314" y="521234"/>
                </a:lnTo>
                <a:lnTo>
                  <a:pt x="221703" y="502689"/>
                </a:lnTo>
                <a:lnTo>
                  <a:pt x="215222" y="482197"/>
                </a:lnTo>
                <a:lnTo>
                  <a:pt x="199992" y="439226"/>
                </a:lnTo>
                <a:lnTo>
                  <a:pt x="183020" y="403710"/>
                </a:lnTo>
                <a:lnTo>
                  <a:pt x="152433" y="364965"/>
                </a:lnTo>
                <a:lnTo>
                  <a:pt x="113025" y="337211"/>
                </a:lnTo>
                <a:lnTo>
                  <a:pt x="63804" y="313968"/>
                </a:lnTo>
                <a:lnTo>
                  <a:pt x="3777" y="288760"/>
                </a:lnTo>
                <a:lnTo>
                  <a:pt x="0" y="287131"/>
                </a:lnTo>
                <a:lnTo>
                  <a:pt x="38" y="281743"/>
                </a:lnTo>
                <a:lnTo>
                  <a:pt x="3848" y="280190"/>
                </a:lnTo>
                <a:lnTo>
                  <a:pt x="45983" y="263197"/>
                </a:lnTo>
                <a:lnTo>
                  <a:pt x="89484" y="244358"/>
                </a:lnTo>
                <a:lnTo>
                  <a:pt x="129982" y="222974"/>
                </a:lnTo>
                <a:lnTo>
                  <a:pt x="163107" y="198347"/>
                </a:lnTo>
                <a:lnTo>
                  <a:pt x="194728" y="150999"/>
                </a:lnTo>
                <a:lnTo>
                  <a:pt x="214342" y="96034"/>
                </a:lnTo>
                <a:lnTo>
                  <a:pt x="221334" y="75016"/>
                </a:lnTo>
                <a:lnTo>
                  <a:pt x="227504" y="56082"/>
                </a:lnTo>
                <a:lnTo>
                  <a:pt x="234037" y="34276"/>
                </a:lnTo>
                <a:lnTo>
                  <a:pt x="242118" y="4641"/>
                </a:lnTo>
                <a:lnTo>
                  <a:pt x="243337" y="0"/>
                </a:lnTo>
                <a:lnTo>
                  <a:pt x="249934" y="12"/>
                </a:lnTo>
                <a:lnTo>
                  <a:pt x="265542" y="57140"/>
                </a:lnTo>
                <a:lnTo>
                  <a:pt x="278942" y="96036"/>
                </a:lnTo>
                <a:lnTo>
                  <a:pt x="288768" y="123760"/>
                </a:lnTo>
                <a:lnTo>
                  <a:pt x="312245" y="176307"/>
                </a:lnTo>
                <a:lnTo>
                  <a:pt x="362359" y="223002"/>
                </a:lnTo>
                <a:lnTo>
                  <a:pt x="400683" y="244406"/>
                </a:lnTo>
                <a:lnTo>
                  <a:pt x="441867" y="263261"/>
                </a:lnTo>
                <a:lnTo>
                  <a:pt x="486395" y="281824"/>
                </a:lnTo>
                <a:lnTo>
                  <a:pt x="486462" y="287131"/>
                </a:lnTo>
                <a:lnTo>
                  <a:pt x="482746" y="288797"/>
                </a:lnTo>
                <a:lnTo>
                  <a:pt x="426535" y="313410"/>
                </a:lnTo>
                <a:lnTo>
                  <a:pt x="379316" y="336733"/>
                </a:lnTo>
                <a:lnTo>
                  <a:pt x="340692" y="364816"/>
                </a:lnTo>
                <a:lnTo>
                  <a:pt x="310267" y="403710"/>
                </a:lnTo>
                <a:lnTo>
                  <a:pt x="293294" y="439227"/>
                </a:lnTo>
                <a:lnTo>
                  <a:pt x="278065" y="482197"/>
                </a:lnTo>
                <a:lnTo>
                  <a:pt x="265973" y="521234"/>
                </a:lnTo>
                <a:lnTo>
                  <a:pt x="259659" y="541805"/>
                </a:lnTo>
                <a:lnTo>
                  <a:pt x="251070" y="568379"/>
                </a:lnTo>
                <a:lnTo>
                  <a:pt x="249659" y="572636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8604" y="324364"/>
            <a:ext cx="12512106" cy="14092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53987" y="2418771"/>
            <a:ext cx="9711690" cy="2497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460783" y="3373043"/>
            <a:ext cx="4827270" cy="3434715"/>
          </a:xfrm>
          <a:custGeom>
            <a:avLst/>
            <a:gdLst/>
            <a:ahLst/>
            <a:cxnLst/>
            <a:rect l="l" t="t" r="r" b="b"/>
            <a:pathLst>
              <a:path w="4827269" h="3434715">
                <a:moveTo>
                  <a:pt x="4827216" y="0"/>
                </a:moveTo>
                <a:lnTo>
                  <a:pt x="4827216" y="3434155"/>
                </a:lnTo>
                <a:lnTo>
                  <a:pt x="1717077" y="3434155"/>
                </a:lnTo>
                <a:lnTo>
                  <a:pt x="1669015" y="3433495"/>
                </a:lnTo>
                <a:lnTo>
                  <a:pt x="1621280" y="3431528"/>
                </a:lnTo>
                <a:lnTo>
                  <a:pt x="1573888" y="3428270"/>
                </a:lnTo>
                <a:lnTo>
                  <a:pt x="1526858" y="3423738"/>
                </a:lnTo>
                <a:lnTo>
                  <a:pt x="1480206" y="3417950"/>
                </a:lnTo>
                <a:lnTo>
                  <a:pt x="1433950" y="3410923"/>
                </a:lnTo>
                <a:lnTo>
                  <a:pt x="1388106" y="3402675"/>
                </a:lnTo>
                <a:lnTo>
                  <a:pt x="1342693" y="3393221"/>
                </a:lnTo>
                <a:lnTo>
                  <a:pt x="1297726" y="3382581"/>
                </a:lnTo>
                <a:lnTo>
                  <a:pt x="1253224" y="3370770"/>
                </a:lnTo>
                <a:lnTo>
                  <a:pt x="1209204" y="3357806"/>
                </a:lnTo>
                <a:lnTo>
                  <a:pt x="1165683" y="3343707"/>
                </a:lnTo>
                <a:lnTo>
                  <a:pt x="1122677" y="3328489"/>
                </a:lnTo>
                <a:lnTo>
                  <a:pt x="1080205" y="3312169"/>
                </a:lnTo>
                <a:lnTo>
                  <a:pt x="1038283" y="3294766"/>
                </a:lnTo>
                <a:lnTo>
                  <a:pt x="996929" y="3276296"/>
                </a:lnTo>
                <a:lnTo>
                  <a:pt x="956160" y="3256776"/>
                </a:lnTo>
                <a:lnTo>
                  <a:pt x="915993" y="3236223"/>
                </a:lnTo>
                <a:lnTo>
                  <a:pt x="876446" y="3214656"/>
                </a:lnTo>
                <a:lnTo>
                  <a:pt x="837535" y="3192090"/>
                </a:lnTo>
                <a:lnTo>
                  <a:pt x="799277" y="3168544"/>
                </a:lnTo>
                <a:lnTo>
                  <a:pt x="761691" y="3144034"/>
                </a:lnTo>
                <a:lnTo>
                  <a:pt x="724793" y="3118577"/>
                </a:lnTo>
                <a:lnTo>
                  <a:pt x="688600" y="3092192"/>
                </a:lnTo>
                <a:lnTo>
                  <a:pt x="653130" y="3064894"/>
                </a:lnTo>
                <a:lnTo>
                  <a:pt x="618400" y="3036702"/>
                </a:lnTo>
                <a:lnTo>
                  <a:pt x="584427" y="3007632"/>
                </a:lnTo>
                <a:lnTo>
                  <a:pt x="551227" y="2977702"/>
                </a:lnTo>
                <a:lnTo>
                  <a:pt x="518820" y="2946929"/>
                </a:lnTo>
                <a:lnTo>
                  <a:pt x="487221" y="2915330"/>
                </a:lnTo>
                <a:lnTo>
                  <a:pt x="456448" y="2882922"/>
                </a:lnTo>
                <a:lnTo>
                  <a:pt x="426518" y="2849723"/>
                </a:lnTo>
                <a:lnTo>
                  <a:pt x="397449" y="2815749"/>
                </a:lnTo>
                <a:lnTo>
                  <a:pt x="369256" y="2781019"/>
                </a:lnTo>
                <a:lnTo>
                  <a:pt x="341959" y="2745549"/>
                </a:lnTo>
                <a:lnTo>
                  <a:pt x="315574" y="2709356"/>
                </a:lnTo>
                <a:lnTo>
                  <a:pt x="290118" y="2672458"/>
                </a:lnTo>
                <a:lnTo>
                  <a:pt x="265608" y="2634871"/>
                </a:lnTo>
                <a:lnTo>
                  <a:pt x="242062" y="2596614"/>
                </a:lnTo>
                <a:lnTo>
                  <a:pt x="219496" y="2557703"/>
                </a:lnTo>
                <a:lnTo>
                  <a:pt x="197929" y="2518155"/>
                </a:lnTo>
                <a:lnTo>
                  <a:pt x="177377" y="2477988"/>
                </a:lnTo>
                <a:lnTo>
                  <a:pt x="157857" y="2437219"/>
                </a:lnTo>
                <a:lnTo>
                  <a:pt x="139387" y="2395866"/>
                </a:lnTo>
                <a:lnTo>
                  <a:pt x="121984" y="2353944"/>
                </a:lnTo>
                <a:lnTo>
                  <a:pt x="105664" y="2311472"/>
                </a:lnTo>
                <a:lnTo>
                  <a:pt x="90447" y="2268467"/>
                </a:lnTo>
                <a:lnTo>
                  <a:pt x="76347" y="2224946"/>
                </a:lnTo>
                <a:lnTo>
                  <a:pt x="63384" y="2180926"/>
                </a:lnTo>
                <a:lnTo>
                  <a:pt x="51573" y="2136424"/>
                </a:lnTo>
                <a:lnTo>
                  <a:pt x="40932" y="2091458"/>
                </a:lnTo>
                <a:lnTo>
                  <a:pt x="31479" y="2046045"/>
                </a:lnTo>
                <a:lnTo>
                  <a:pt x="23231" y="2000201"/>
                </a:lnTo>
                <a:lnTo>
                  <a:pt x="16204" y="1953946"/>
                </a:lnTo>
                <a:lnTo>
                  <a:pt x="10416" y="1907294"/>
                </a:lnTo>
                <a:lnTo>
                  <a:pt x="5885" y="1860264"/>
                </a:lnTo>
                <a:lnTo>
                  <a:pt x="2626" y="1812873"/>
                </a:lnTo>
                <a:lnTo>
                  <a:pt x="659" y="1765139"/>
                </a:lnTo>
                <a:lnTo>
                  <a:pt x="0" y="1717077"/>
                </a:lnTo>
                <a:lnTo>
                  <a:pt x="659" y="1669015"/>
                </a:lnTo>
                <a:lnTo>
                  <a:pt x="2626" y="1621280"/>
                </a:lnTo>
                <a:lnTo>
                  <a:pt x="5885" y="1573889"/>
                </a:lnTo>
                <a:lnTo>
                  <a:pt x="10416" y="1526858"/>
                </a:lnTo>
                <a:lnTo>
                  <a:pt x="16204" y="1480206"/>
                </a:lnTo>
                <a:lnTo>
                  <a:pt x="23231" y="1433950"/>
                </a:lnTo>
                <a:lnTo>
                  <a:pt x="31479" y="1388106"/>
                </a:lnTo>
                <a:lnTo>
                  <a:pt x="40932" y="1342693"/>
                </a:lnTo>
                <a:lnTo>
                  <a:pt x="51573" y="1297726"/>
                </a:lnTo>
                <a:lnTo>
                  <a:pt x="63384" y="1253224"/>
                </a:lnTo>
                <a:lnTo>
                  <a:pt x="76347" y="1209203"/>
                </a:lnTo>
                <a:lnTo>
                  <a:pt x="90447" y="1165682"/>
                </a:lnTo>
                <a:lnTo>
                  <a:pt x="105664" y="1122676"/>
                </a:lnTo>
                <a:lnTo>
                  <a:pt x="121984" y="1080204"/>
                </a:lnTo>
                <a:lnTo>
                  <a:pt x="139387" y="1038282"/>
                </a:lnTo>
                <a:lnTo>
                  <a:pt x="157857" y="996928"/>
                </a:lnTo>
                <a:lnTo>
                  <a:pt x="177377" y="956159"/>
                </a:lnTo>
                <a:lnTo>
                  <a:pt x="197929" y="915992"/>
                </a:lnTo>
                <a:lnTo>
                  <a:pt x="219496" y="876444"/>
                </a:lnTo>
                <a:lnTo>
                  <a:pt x="242062" y="837532"/>
                </a:lnTo>
                <a:lnTo>
                  <a:pt x="265608" y="799275"/>
                </a:lnTo>
                <a:lnTo>
                  <a:pt x="290118" y="761688"/>
                </a:lnTo>
                <a:lnTo>
                  <a:pt x="315574" y="724790"/>
                </a:lnTo>
                <a:lnTo>
                  <a:pt x="341959" y="688597"/>
                </a:lnTo>
                <a:lnTo>
                  <a:pt x="369256" y="653127"/>
                </a:lnTo>
                <a:lnTo>
                  <a:pt x="397449" y="618396"/>
                </a:lnTo>
                <a:lnTo>
                  <a:pt x="426518" y="584423"/>
                </a:lnTo>
                <a:lnTo>
                  <a:pt x="456448" y="551224"/>
                </a:lnTo>
                <a:lnTo>
                  <a:pt x="487221" y="518816"/>
                </a:lnTo>
                <a:lnTo>
                  <a:pt x="518820" y="487217"/>
                </a:lnTo>
                <a:lnTo>
                  <a:pt x="551227" y="456444"/>
                </a:lnTo>
                <a:lnTo>
                  <a:pt x="584427" y="426514"/>
                </a:lnTo>
                <a:lnTo>
                  <a:pt x="618400" y="397444"/>
                </a:lnTo>
                <a:lnTo>
                  <a:pt x="653130" y="369252"/>
                </a:lnTo>
                <a:lnTo>
                  <a:pt x="688600" y="341954"/>
                </a:lnTo>
                <a:lnTo>
                  <a:pt x="724793" y="315569"/>
                </a:lnTo>
                <a:lnTo>
                  <a:pt x="761691" y="290113"/>
                </a:lnTo>
                <a:lnTo>
                  <a:pt x="799277" y="265603"/>
                </a:lnTo>
                <a:lnTo>
                  <a:pt x="837535" y="242056"/>
                </a:lnTo>
                <a:lnTo>
                  <a:pt x="876446" y="219491"/>
                </a:lnTo>
                <a:lnTo>
                  <a:pt x="915993" y="197924"/>
                </a:lnTo>
                <a:lnTo>
                  <a:pt x="956160" y="177372"/>
                </a:lnTo>
                <a:lnTo>
                  <a:pt x="996929" y="157852"/>
                </a:lnTo>
                <a:lnTo>
                  <a:pt x="1038283" y="139382"/>
                </a:lnTo>
                <a:lnTo>
                  <a:pt x="1080205" y="121979"/>
                </a:lnTo>
                <a:lnTo>
                  <a:pt x="1122677" y="105660"/>
                </a:lnTo>
                <a:lnTo>
                  <a:pt x="1165683" y="90442"/>
                </a:lnTo>
                <a:lnTo>
                  <a:pt x="1209204" y="76343"/>
                </a:lnTo>
                <a:lnTo>
                  <a:pt x="1253224" y="63380"/>
                </a:lnTo>
                <a:lnTo>
                  <a:pt x="1297726" y="51569"/>
                </a:lnTo>
                <a:lnTo>
                  <a:pt x="1342693" y="40929"/>
                </a:lnTo>
                <a:lnTo>
                  <a:pt x="1388106" y="31476"/>
                </a:lnTo>
                <a:lnTo>
                  <a:pt x="1433950" y="23228"/>
                </a:lnTo>
                <a:lnTo>
                  <a:pt x="1480206" y="16202"/>
                </a:lnTo>
                <a:lnTo>
                  <a:pt x="1526858" y="10414"/>
                </a:lnTo>
                <a:lnTo>
                  <a:pt x="1573888" y="5883"/>
                </a:lnTo>
                <a:lnTo>
                  <a:pt x="1621280" y="2626"/>
                </a:lnTo>
                <a:lnTo>
                  <a:pt x="1669015" y="659"/>
                </a:lnTo>
                <a:lnTo>
                  <a:pt x="1717077" y="0"/>
                </a:lnTo>
                <a:lnTo>
                  <a:pt x="4827216" y="0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3507104" cy="3498850"/>
          </a:xfrm>
          <a:custGeom>
            <a:avLst/>
            <a:gdLst/>
            <a:ahLst/>
            <a:cxnLst/>
            <a:rect l="l" t="t" r="r" b="b"/>
            <a:pathLst>
              <a:path w="3507104" h="3498850">
                <a:moveTo>
                  <a:pt x="2983826" y="2299782"/>
                </a:moveTo>
                <a:lnTo>
                  <a:pt x="686046" y="2299782"/>
                </a:lnTo>
                <a:lnTo>
                  <a:pt x="733644" y="2298435"/>
                </a:lnTo>
                <a:lnTo>
                  <a:pt x="782424" y="2295686"/>
                </a:lnTo>
                <a:lnTo>
                  <a:pt x="781911" y="2295686"/>
                </a:lnTo>
                <a:lnTo>
                  <a:pt x="827742" y="2291814"/>
                </a:lnTo>
                <a:lnTo>
                  <a:pt x="874208" y="2286575"/>
                </a:lnTo>
                <a:lnTo>
                  <a:pt x="920261" y="2280074"/>
                </a:lnTo>
                <a:lnTo>
                  <a:pt x="965883" y="2272328"/>
                </a:lnTo>
                <a:lnTo>
                  <a:pt x="1011057" y="2263355"/>
                </a:lnTo>
                <a:lnTo>
                  <a:pt x="1055766" y="2253172"/>
                </a:lnTo>
                <a:lnTo>
                  <a:pt x="1099991" y="2241798"/>
                </a:lnTo>
                <a:lnTo>
                  <a:pt x="1143715" y="2229249"/>
                </a:lnTo>
                <a:lnTo>
                  <a:pt x="1186920" y="2215544"/>
                </a:lnTo>
                <a:lnTo>
                  <a:pt x="1229590" y="2200699"/>
                </a:lnTo>
                <a:lnTo>
                  <a:pt x="1271705" y="2184732"/>
                </a:lnTo>
                <a:lnTo>
                  <a:pt x="1313248" y="2167662"/>
                </a:lnTo>
                <a:lnTo>
                  <a:pt x="1354202" y="2149505"/>
                </a:lnTo>
                <a:lnTo>
                  <a:pt x="1394549" y="2130278"/>
                </a:lnTo>
                <a:lnTo>
                  <a:pt x="1434272" y="2110000"/>
                </a:lnTo>
                <a:lnTo>
                  <a:pt x="1473352" y="2088689"/>
                </a:lnTo>
                <a:lnTo>
                  <a:pt x="1511772" y="2066361"/>
                </a:lnTo>
                <a:lnTo>
                  <a:pt x="1549514" y="2043034"/>
                </a:lnTo>
                <a:lnTo>
                  <a:pt x="1586562" y="2018726"/>
                </a:lnTo>
                <a:lnTo>
                  <a:pt x="1622896" y="1993454"/>
                </a:lnTo>
                <a:lnTo>
                  <a:pt x="1658500" y="1967236"/>
                </a:lnTo>
                <a:lnTo>
                  <a:pt x="1693355" y="1940089"/>
                </a:lnTo>
                <a:lnTo>
                  <a:pt x="1727444" y="1912032"/>
                </a:lnTo>
                <a:lnTo>
                  <a:pt x="1760750" y="1883081"/>
                </a:lnTo>
                <a:lnTo>
                  <a:pt x="1793255" y="1853254"/>
                </a:lnTo>
                <a:lnTo>
                  <a:pt x="1824940" y="1822569"/>
                </a:lnTo>
                <a:lnTo>
                  <a:pt x="1855790" y="1791043"/>
                </a:lnTo>
                <a:lnTo>
                  <a:pt x="1885784" y="1758694"/>
                </a:lnTo>
                <a:lnTo>
                  <a:pt x="1914907" y="1725539"/>
                </a:lnTo>
                <a:lnTo>
                  <a:pt x="1943141" y="1691596"/>
                </a:lnTo>
                <a:lnTo>
                  <a:pt x="1970467" y="1656883"/>
                </a:lnTo>
                <a:lnTo>
                  <a:pt x="1996868" y="1621416"/>
                </a:lnTo>
                <a:lnTo>
                  <a:pt x="2022327" y="1585214"/>
                </a:lnTo>
                <a:lnTo>
                  <a:pt x="2046826" y="1548295"/>
                </a:lnTo>
                <a:lnTo>
                  <a:pt x="2070347" y="1510675"/>
                </a:lnTo>
                <a:lnTo>
                  <a:pt x="2092872" y="1472372"/>
                </a:lnTo>
                <a:lnTo>
                  <a:pt x="2114384" y="1433404"/>
                </a:lnTo>
                <a:lnTo>
                  <a:pt x="2134865" y="1393788"/>
                </a:lnTo>
                <a:lnTo>
                  <a:pt x="2154298" y="1353543"/>
                </a:lnTo>
                <a:lnTo>
                  <a:pt x="2172665" y="1312684"/>
                </a:lnTo>
                <a:lnTo>
                  <a:pt x="2189948" y="1271231"/>
                </a:lnTo>
                <a:lnTo>
                  <a:pt x="2206129" y="1229201"/>
                </a:lnTo>
                <a:lnTo>
                  <a:pt x="2221191" y="1186610"/>
                </a:lnTo>
                <a:lnTo>
                  <a:pt x="2235116" y="1143478"/>
                </a:lnTo>
                <a:lnTo>
                  <a:pt x="2247887" y="1099820"/>
                </a:lnTo>
                <a:lnTo>
                  <a:pt x="2259486" y="1055656"/>
                </a:lnTo>
                <a:lnTo>
                  <a:pt x="2269895" y="1011001"/>
                </a:lnTo>
                <a:lnTo>
                  <a:pt x="2279097" y="965875"/>
                </a:lnTo>
                <a:lnTo>
                  <a:pt x="2287074" y="920295"/>
                </a:lnTo>
                <a:lnTo>
                  <a:pt x="2293807" y="874277"/>
                </a:lnTo>
                <a:lnTo>
                  <a:pt x="2299281" y="827840"/>
                </a:lnTo>
                <a:lnTo>
                  <a:pt x="2303476" y="781001"/>
                </a:lnTo>
                <a:lnTo>
                  <a:pt x="2306376" y="733778"/>
                </a:lnTo>
                <a:lnTo>
                  <a:pt x="2307962" y="686188"/>
                </a:lnTo>
                <a:lnTo>
                  <a:pt x="2308217" y="638249"/>
                </a:lnTo>
                <a:lnTo>
                  <a:pt x="2307123" y="589979"/>
                </a:lnTo>
                <a:lnTo>
                  <a:pt x="2304596" y="540729"/>
                </a:lnTo>
                <a:lnTo>
                  <a:pt x="2300634" y="491752"/>
                </a:lnTo>
                <a:lnTo>
                  <a:pt x="2295241" y="443062"/>
                </a:lnTo>
                <a:lnTo>
                  <a:pt x="2288421" y="394673"/>
                </a:lnTo>
                <a:lnTo>
                  <a:pt x="2280174" y="346600"/>
                </a:lnTo>
                <a:lnTo>
                  <a:pt x="2270506" y="298854"/>
                </a:lnTo>
                <a:lnTo>
                  <a:pt x="2259417" y="251451"/>
                </a:lnTo>
                <a:lnTo>
                  <a:pt x="2246912" y="204403"/>
                </a:lnTo>
                <a:lnTo>
                  <a:pt x="2232993" y="157725"/>
                </a:lnTo>
                <a:lnTo>
                  <a:pt x="2217663" y="111431"/>
                </a:lnTo>
                <a:lnTo>
                  <a:pt x="2200924" y="65533"/>
                </a:lnTo>
                <a:lnTo>
                  <a:pt x="2182780" y="20046"/>
                </a:lnTo>
                <a:lnTo>
                  <a:pt x="2180294" y="7817"/>
                </a:lnTo>
                <a:lnTo>
                  <a:pt x="2181756" y="0"/>
                </a:lnTo>
                <a:lnTo>
                  <a:pt x="3431789" y="0"/>
                </a:lnTo>
                <a:lnTo>
                  <a:pt x="3445517" y="61143"/>
                </a:lnTo>
                <a:lnTo>
                  <a:pt x="3455367" y="109857"/>
                </a:lnTo>
                <a:lnTo>
                  <a:pt x="3464358" y="158761"/>
                </a:lnTo>
                <a:lnTo>
                  <a:pt x="3472490" y="207849"/>
                </a:lnTo>
                <a:lnTo>
                  <a:pt x="3479761" y="257117"/>
                </a:lnTo>
                <a:lnTo>
                  <a:pt x="3486171" y="306559"/>
                </a:lnTo>
                <a:lnTo>
                  <a:pt x="3491718" y="356172"/>
                </a:lnTo>
                <a:lnTo>
                  <a:pt x="3496402" y="405949"/>
                </a:lnTo>
                <a:lnTo>
                  <a:pt x="3500221" y="455887"/>
                </a:lnTo>
                <a:lnTo>
                  <a:pt x="3503175" y="505980"/>
                </a:lnTo>
                <a:lnTo>
                  <a:pt x="3505262" y="556223"/>
                </a:lnTo>
                <a:lnTo>
                  <a:pt x="3506481" y="606612"/>
                </a:lnTo>
                <a:lnTo>
                  <a:pt x="3506832" y="657141"/>
                </a:lnTo>
                <a:lnTo>
                  <a:pt x="3506312" y="707806"/>
                </a:lnTo>
                <a:lnTo>
                  <a:pt x="3504922" y="758601"/>
                </a:lnTo>
                <a:lnTo>
                  <a:pt x="3502661" y="809522"/>
                </a:lnTo>
                <a:lnTo>
                  <a:pt x="3499526" y="860564"/>
                </a:lnTo>
                <a:lnTo>
                  <a:pt x="3495716" y="909107"/>
                </a:lnTo>
                <a:lnTo>
                  <a:pt x="3491092" y="957420"/>
                </a:lnTo>
                <a:lnTo>
                  <a:pt x="3485660" y="1005495"/>
                </a:lnTo>
                <a:lnTo>
                  <a:pt x="3479427" y="1053326"/>
                </a:lnTo>
                <a:lnTo>
                  <a:pt x="3472400" y="1100906"/>
                </a:lnTo>
                <a:lnTo>
                  <a:pt x="3464585" y="1148228"/>
                </a:lnTo>
                <a:lnTo>
                  <a:pt x="3455991" y="1195285"/>
                </a:lnTo>
                <a:lnTo>
                  <a:pt x="3446623" y="1242070"/>
                </a:lnTo>
                <a:lnTo>
                  <a:pt x="3436490" y="1288576"/>
                </a:lnTo>
                <a:lnTo>
                  <a:pt x="3425596" y="1334797"/>
                </a:lnTo>
                <a:lnTo>
                  <a:pt x="3413951" y="1380726"/>
                </a:lnTo>
                <a:lnTo>
                  <a:pt x="3401559" y="1426355"/>
                </a:lnTo>
                <a:lnTo>
                  <a:pt x="3388430" y="1471678"/>
                </a:lnTo>
                <a:lnTo>
                  <a:pt x="3374568" y="1516688"/>
                </a:lnTo>
                <a:lnTo>
                  <a:pt x="3359982" y="1561378"/>
                </a:lnTo>
                <a:lnTo>
                  <a:pt x="3344678" y="1605742"/>
                </a:lnTo>
                <a:lnTo>
                  <a:pt x="3328663" y="1649771"/>
                </a:lnTo>
                <a:lnTo>
                  <a:pt x="3311944" y="1693460"/>
                </a:lnTo>
                <a:lnTo>
                  <a:pt x="3294529" y="1736802"/>
                </a:lnTo>
                <a:lnTo>
                  <a:pt x="3276423" y="1779789"/>
                </a:lnTo>
                <a:lnTo>
                  <a:pt x="3257634" y="1822415"/>
                </a:lnTo>
                <a:lnTo>
                  <a:pt x="3238168" y="1864673"/>
                </a:lnTo>
                <a:lnTo>
                  <a:pt x="3218034" y="1906556"/>
                </a:lnTo>
                <a:lnTo>
                  <a:pt x="3197237" y="1948057"/>
                </a:lnTo>
                <a:lnTo>
                  <a:pt x="3175784" y="1989169"/>
                </a:lnTo>
                <a:lnTo>
                  <a:pt x="3153683" y="2029886"/>
                </a:lnTo>
                <a:lnTo>
                  <a:pt x="3130941" y="2070200"/>
                </a:lnTo>
                <a:lnTo>
                  <a:pt x="3107624" y="2110000"/>
                </a:lnTo>
                <a:lnTo>
                  <a:pt x="3083612" y="2149505"/>
                </a:lnTo>
                <a:lnTo>
                  <a:pt x="3058933" y="2188658"/>
                </a:lnTo>
                <a:lnTo>
                  <a:pt x="3033693" y="2227293"/>
                </a:lnTo>
                <a:lnTo>
                  <a:pt x="3007846" y="2265492"/>
                </a:lnTo>
                <a:lnTo>
                  <a:pt x="2983826" y="2299782"/>
                </a:lnTo>
                <a:close/>
              </a:path>
              <a:path w="3507104" h="3498850">
                <a:moveTo>
                  <a:pt x="650717" y="3498495"/>
                </a:moveTo>
                <a:lnTo>
                  <a:pt x="600170" y="3497890"/>
                </a:lnTo>
                <a:lnTo>
                  <a:pt x="549767" y="3496415"/>
                </a:lnTo>
                <a:lnTo>
                  <a:pt x="499513" y="3494072"/>
                </a:lnTo>
                <a:lnTo>
                  <a:pt x="449414" y="3490861"/>
                </a:lnTo>
                <a:lnTo>
                  <a:pt x="399475" y="3486784"/>
                </a:lnTo>
                <a:lnTo>
                  <a:pt x="349699" y="3481841"/>
                </a:lnTo>
                <a:lnTo>
                  <a:pt x="300092" y="3476033"/>
                </a:lnTo>
                <a:lnTo>
                  <a:pt x="250658" y="3469362"/>
                </a:lnTo>
                <a:lnTo>
                  <a:pt x="201402" y="3461828"/>
                </a:lnTo>
                <a:lnTo>
                  <a:pt x="152330" y="3453432"/>
                </a:lnTo>
                <a:lnTo>
                  <a:pt x="103446" y="3444176"/>
                </a:lnTo>
                <a:lnTo>
                  <a:pt x="54754" y="3434061"/>
                </a:lnTo>
                <a:lnTo>
                  <a:pt x="6260" y="3423086"/>
                </a:lnTo>
                <a:lnTo>
                  <a:pt x="0" y="3421552"/>
                </a:lnTo>
                <a:lnTo>
                  <a:pt x="0" y="2169864"/>
                </a:lnTo>
                <a:lnTo>
                  <a:pt x="7902" y="2168430"/>
                </a:lnTo>
                <a:lnTo>
                  <a:pt x="20116" y="2170982"/>
                </a:lnTo>
                <a:lnTo>
                  <a:pt x="65560" y="2189400"/>
                </a:lnTo>
                <a:lnTo>
                  <a:pt x="111419" y="2206410"/>
                </a:lnTo>
                <a:lnTo>
                  <a:pt x="157680" y="2222010"/>
                </a:lnTo>
                <a:lnTo>
                  <a:pt x="204328" y="2236197"/>
                </a:lnTo>
                <a:lnTo>
                  <a:pt x="251350" y="2248967"/>
                </a:lnTo>
                <a:lnTo>
                  <a:pt x="298733" y="2260318"/>
                </a:lnTo>
                <a:lnTo>
                  <a:pt x="346462" y="2270247"/>
                </a:lnTo>
                <a:lnTo>
                  <a:pt x="394526" y="2278752"/>
                </a:lnTo>
                <a:lnTo>
                  <a:pt x="442909" y="2285828"/>
                </a:lnTo>
                <a:lnTo>
                  <a:pt x="491598" y="2291474"/>
                </a:lnTo>
                <a:lnTo>
                  <a:pt x="540581" y="2295686"/>
                </a:lnTo>
                <a:lnTo>
                  <a:pt x="589369" y="2298435"/>
                </a:lnTo>
                <a:lnTo>
                  <a:pt x="588878" y="2298435"/>
                </a:lnTo>
                <a:lnTo>
                  <a:pt x="637573" y="2299782"/>
                </a:lnTo>
                <a:lnTo>
                  <a:pt x="2983826" y="2299782"/>
                </a:lnTo>
                <a:lnTo>
                  <a:pt x="2981400" y="2303246"/>
                </a:lnTo>
                <a:lnTo>
                  <a:pt x="2954360" y="2340550"/>
                </a:lnTo>
                <a:lnTo>
                  <a:pt x="2926734" y="2377396"/>
                </a:lnTo>
                <a:lnTo>
                  <a:pt x="2898529" y="2413778"/>
                </a:lnTo>
                <a:lnTo>
                  <a:pt x="2869751" y="2449689"/>
                </a:lnTo>
                <a:lnTo>
                  <a:pt x="2840408" y="2485121"/>
                </a:lnTo>
                <a:lnTo>
                  <a:pt x="2810507" y="2520068"/>
                </a:lnTo>
                <a:lnTo>
                  <a:pt x="2780054" y="2554524"/>
                </a:lnTo>
                <a:lnTo>
                  <a:pt x="2749056" y="2588480"/>
                </a:lnTo>
                <a:lnTo>
                  <a:pt x="2717521" y="2621931"/>
                </a:lnTo>
                <a:lnTo>
                  <a:pt x="2685455" y="2654869"/>
                </a:lnTo>
                <a:lnTo>
                  <a:pt x="2652865" y="2687287"/>
                </a:lnTo>
                <a:lnTo>
                  <a:pt x="2619758" y="2719180"/>
                </a:lnTo>
                <a:lnTo>
                  <a:pt x="2586141" y="2750539"/>
                </a:lnTo>
                <a:lnTo>
                  <a:pt x="2552022" y="2781357"/>
                </a:lnTo>
                <a:lnTo>
                  <a:pt x="2517406" y="2811629"/>
                </a:lnTo>
                <a:lnTo>
                  <a:pt x="2482301" y="2841347"/>
                </a:lnTo>
                <a:lnTo>
                  <a:pt x="2446713" y="2870504"/>
                </a:lnTo>
                <a:lnTo>
                  <a:pt x="2410651" y="2899093"/>
                </a:lnTo>
                <a:lnTo>
                  <a:pt x="2374120" y="2927108"/>
                </a:lnTo>
                <a:lnTo>
                  <a:pt x="2337127" y="2954542"/>
                </a:lnTo>
                <a:lnTo>
                  <a:pt x="2299680" y="2981387"/>
                </a:lnTo>
                <a:lnTo>
                  <a:pt x="2261785" y="3007637"/>
                </a:lnTo>
                <a:lnTo>
                  <a:pt x="2223449" y="3033285"/>
                </a:lnTo>
                <a:lnTo>
                  <a:pt x="2184680" y="3058324"/>
                </a:lnTo>
                <a:lnTo>
                  <a:pt x="2145484" y="3082747"/>
                </a:lnTo>
                <a:lnTo>
                  <a:pt x="2105868" y="3106547"/>
                </a:lnTo>
                <a:lnTo>
                  <a:pt x="2065839" y="3129718"/>
                </a:lnTo>
                <a:lnTo>
                  <a:pt x="2025404" y="3152252"/>
                </a:lnTo>
                <a:lnTo>
                  <a:pt x="1984570" y="3174143"/>
                </a:lnTo>
                <a:lnTo>
                  <a:pt x="1943343" y="3195384"/>
                </a:lnTo>
                <a:lnTo>
                  <a:pt x="1901732" y="3215968"/>
                </a:lnTo>
                <a:lnTo>
                  <a:pt x="1859742" y="3235887"/>
                </a:lnTo>
                <a:lnTo>
                  <a:pt x="1817380" y="3255136"/>
                </a:lnTo>
                <a:lnTo>
                  <a:pt x="1774654" y="3273707"/>
                </a:lnTo>
                <a:lnTo>
                  <a:pt x="1731571" y="3291593"/>
                </a:lnTo>
                <a:lnTo>
                  <a:pt x="1688136" y="3308788"/>
                </a:lnTo>
                <a:lnTo>
                  <a:pt x="1644359" y="3325284"/>
                </a:lnTo>
                <a:lnTo>
                  <a:pt x="1600244" y="3341075"/>
                </a:lnTo>
                <a:lnTo>
                  <a:pt x="1555799" y="3356154"/>
                </a:lnTo>
                <a:lnTo>
                  <a:pt x="1511032" y="3370514"/>
                </a:lnTo>
                <a:lnTo>
                  <a:pt x="1465948" y="3384148"/>
                </a:lnTo>
                <a:lnTo>
                  <a:pt x="1420556" y="3397049"/>
                </a:lnTo>
                <a:lnTo>
                  <a:pt x="1374861" y="3409211"/>
                </a:lnTo>
                <a:lnTo>
                  <a:pt x="1328871" y="3420625"/>
                </a:lnTo>
                <a:lnTo>
                  <a:pt x="1282593" y="3431287"/>
                </a:lnTo>
                <a:lnTo>
                  <a:pt x="1236033" y="3441188"/>
                </a:lnTo>
                <a:lnTo>
                  <a:pt x="1189199" y="3450322"/>
                </a:lnTo>
                <a:lnTo>
                  <a:pt x="1142098" y="3458681"/>
                </a:lnTo>
                <a:lnTo>
                  <a:pt x="1094735" y="3466260"/>
                </a:lnTo>
                <a:lnTo>
                  <a:pt x="1047120" y="3473051"/>
                </a:lnTo>
                <a:lnTo>
                  <a:pt x="999257" y="3479047"/>
                </a:lnTo>
                <a:lnTo>
                  <a:pt x="951155" y="3484241"/>
                </a:lnTo>
                <a:lnTo>
                  <a:pt x="902820" y="3488627"/>
                </a:lnTo>
                <a:lnTo>
                  <a:pt x="854258" y="3492198"/>
                </a:lnTo>
                <a:lnTo>
                  <a:pt x="803180" y="3495082"/>
                </a:lnTo>
                <a:lnTo>
                  <a:pt x="752227" y="3497092"/>
                </a:lnTo>
                <a:lnTo>
                  <a:pt x="701405" y="3498229"/>
                </a:lnTo>
                <a:lnTo>
                  <a:pt x="650717" y="3498495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116744" y="9123360"/>
            <a:ext cx="3513454" cy="1163955"/>
          </a:xfrm>
          <a:custGeom>
            <a:avLst/>
            <a:gdLst/>
            <a:ahLst/>
            <a:cxnLst/>
            <a:rect l="l" t="t" r="r" b="b"/>
            <a:pathLst>
              <a:path w="3513454" h="1163954">
                <a:moveTo>
                  <a:pt x="3151635" y="611262"/>
                </a:moveTo>
                <a:lnTo>
                  <a:pt x="3187412" y="650699"/>
                </a:lnTo>
                <a:lnTo>
                  <a:pt x="3219514" y="687908"/>
                </a:lnTo>
                <a:lnTo>
                  <a:pt x="3251762" y="727314"/>
                </a:lnTo>
                <a:lnTo>
                  <a:pt x="3283608" y="768374"/>
                </a:lnTo>
                <a:lnTo>
                  <a:pt x="3283403" y="768148"/>
                </a:lnTo>
                <a:lnTo>
                  <a:pt x="3312844" y="808241"/>
                </a:lnTo>
                <a:lnTo>
                  <a:pt x="3341668" y="849743"/>
                </a:lnTo>
                <a:lnTo>
                  <a:pt x="3369339" y="891926"/>
                </a:lnTo>
                <a:lnTo>
                  <a:pt x="3395853" y="934778"/>
                </a:lnTo>
                <a:lnTo>
                  <a:pt x="3421202" y="978291"/>
                </a:lnTo>
                <a:lnTo>
                  <a:pt x="3445382" y="1022455"/>
                </a:lnTo>
                <a:lnTo>
                  <a:pt x="3468387" y="1067260"/>
                </a:lnTo>
                <a:lnTo>
                  <a:pt x="3490212" y="1112696"/>
                </a:lnTo>
                <a:lnTo>
                  <a:pt x="3510850" y="1158754"/>
                </a:lnTo>
                <a:lnTo>
                  <a:pt x="3512885" y="1163638"/>
                </a:lnTo>
                <a:lnTo>
                  <a:pt x="2560035" y="1163638"/>
                </a:lnTo>
                <a:lnTo>
                  <a:pt x="2537080" y="1139391"/>
                </a:lnTo>
                <a:lnTo>
                  <a:pt x="2502761" y="1106064"/>
                </a:lnTo>
                <a:lnTo>
                  <a:pt x="2467387" y="1074486"/>
                </a:lnTo>
                <a:lnTo>
                  <a:pt x="2431014" y="1044660"/>
                </a:lnTo>
                <a:lnTo>
                  <a:pt x="2393699" y="1016590"/>
                </a:lnTo>
                <a:lnTo>
                  <a:pt x="2355498" y="990279"/>
                </a:lnTo>
                <a:lnTo>
                  <a:pt x="2316469" y="965728"/>
                </a:lnTo>
                <a:lnTo>
                  <a:pt x="2276668" y="942942"/>
                </a:lnTo>
                <a:lnTo>
                  <a:pt x="2236151" y="921924"/>
                </a:lnTo>
                <a:lnTo>
                  <a:pt x="2194975" y="902675"/>
                </a:lnTo>
                <a:lnTo>
                  <a:pt x="2153197" y="885200"/>
                </a:lnTo>
                <a:lnTo>
                  <a:pt x="2110874" y="869500"/>
                </a:lnTo>
                <a:lnTo>
                  <a:pt x="2068062" y="855579"/>
                </a:lnTo>
                <a:lnTo>
                  <a:pt x="2024818" y="843440"/>
                </a:lnTo>
                <a:lnTo>
                  <a:pt x="1981199" y="833086"/>
                </a:lnTo>
                <a:lnTo>
                  <a:pt x="1937261" y="824519"/>
                </a:lnTo>
                <a:lnTo>
                  <a:pt x="1893060" y="817743"/>
                </a:lnTo>
                <a:lnTo>
                  <a:pt x="1848655" y="812761"/>
                </a:lnTo>
                <a:lnTo>
                  <a:pt x="1804100" y="809575"/>
                </a:lnTo>
                <a:lnTo>
                  <a:pt x="1759454" y="808188"/>
                </a:lnTo>
                <a:lnTo>
                  <a:pt x="1714772" y="808603"/>
                </a:lnTo>
                <a:lnTo>
                  <a:pt x="1670111" y="810824"/>
                </a:lnTo>
                <a:lnTo>
                  <a:pt x="1625528" y="814852"/>
                </a:lnTo>
                <a:lnTo>
                  <a:pt x="1581080" y="820692"/>
                </a:lnTo>
                <a:lnTo>
                  <a:pt x="1536823" y="828346"/>
                </a:lnTo>
                <a:lnTo>
                  <a:pt x="1492814" y="837816"/>
                </a:lnTo>
                <a:lnTo>
                  <a:pt x="1449110" y="849107"/>
                </a:lnTo>
                <a:lnTo>
                  <a:pt x="1405767" y="862220"/>
                </a:lnTo>
                <a:lnTo>
                  <a:pt x="1362842" y="877158"/>
                </a:lnTo>
                <a:lnTo>
                  <a:pt x="1320391" y="893925"/>
                </a:lnTo>
                <a:lnTo>
                  <a:pt x="1278440" y="912540"/>
                </a:lnTo>
                <a:lnTo>
                  <a:pt x="1237140" y="932957"/>
                </a:lnTo>
                <a:lnTo>
                  <a:pt x="1196454" y="955227"/>
                </a:lnTo>
                <a:lnTo>
                  <a:pt x="1156468" y="979338"/>
                </a:lnTo>
                <a:lnTo>
                  <a:pt x="1117241" y="1005291"/>
                </a:lnTo>
                <a:lnTo>
                  <a:pt x="1078828" y="1033091"/>
                </a:lnTo>
                <a:lnTo>
                  <a:pt x="1041286" y="1062740"/>
                </a:lnTo>
                <a:lnTo>
                  <a:pt x="1004672" y="1094241"/>
                </a:lnTo>
                <a:lnTo>
                  <a:pt x="969043" y="1127596"/>
                </a:lnTo>
                <a:lnTo>
                  <a:pt x="934118" y="1163226"/>
                </a:lnTo>
                <a:lnTo>
                  <a:pt x="933749" y="1163638"/>
                </a:lnTo>
                <a:lnTo>
                  <a:pt x="52471" y="1163638"/>
                </a:lnTo>
                <a:lnTo>
                  <a:pt x="12712" y="1145850"/>
                </a:lnTo>
                <a:lnTo>
                  <a:pt x="5754" y="1140873"/>
                </a:lnTo>
                <a:lnTo>
                  <a:pt x="1394" y="1133844"/>
                </a:lnTo>
                <a:lnTo>
                  <a:pt x="0" y="1125699"/>
                </a:lnTo>
                <a:lnTo>
                  <a:pt x="1939" y="1117379"/>
                </a:lnTo>
                <a:lnTo>
                  <a:pt x="23780" y="1071569"/>
                </a:lnTo>
                <a:lnTo>
                  <a:pt x="46757" y="1026468"/>
                </a:lnTo>
                <a:lnTo>
                  <a:pt x="70863" y="982083"/>
                </a:lnTo>
                <a:lnTo>
                  <a:pt x="96092" y="938424"/>
                </a:lnTo>
                <a:lnTo>
                  <a:pt x="122438" y="895500"/>
                </a:lnTo>
                <a:lnTo>
                  <a:pt x="149892" y="853321"/>
                </a:lnTo>
                <a:lnTo>
                  <a:pt x="178450" y="811896"/>
                </a:lnTo>
                <a:lnTo>
                  <a:pt x="208103" y="771234"/>
                </a:lnTo>
                <a:lnTo>
                  <a:pt x="238846" y="731345"/>
                </a:lnTo>
                <a:lnTo>
                  <a:pt x="270671" y="692237"/>
                </a:lnTo>
                <a:lnTo>
                  <a:pt x="303573" y="653920"/>
                </a:lnTo>
                <a:lnTo>
                  <a:pt x="337543" y="616403"/>
                </a:lnTo>
                <a:lnTo>
                  <a:pt x="372577" y="579695"/>
                </a:lnTo>
                <a:lnTo>
                  <a:pt x="408666" y="543805"/>
                </a:lnTo>
                <a:lnTo>
                  <a:pt x="445804" y="508744"/>
                </a:lnTo>
                <a:lnTo>
                  <a:pt x="483985" y="474519"/>
                </a:lnTo>
                <a:lnTo>
                  <a:pt x="523201" y="441141"/>
                </a:lnTo>
                <a:lnTo>
                  <a:pt x="563447" y="408618"/>
                </a:lnTo>
                <a:lnTo>
                  <a:pt x="601877" y="379136"/>
                </a:lnTo>
                <a:lnTo>
                  <a:pt x="640853" y="350767"/>
                </a:lnTo>
                <a:lnTo>
                  <a:pt x="680354" y="323509"/>
                </a:lnTo>
                <a:lnTo>
                  <a:pt x="720359" y="297362"/>
                </a:lnTo>
                <a:lnTo>
                  <a:pt x="760847" y="272325"/>
                </a:lnTo>
                <a:lnTo>
                  <a:pt x="801798" y="248396"/>
                </a:lnTo>
                <a:lnTo>
                  <a:pt x="843188" y="225575"/>
                </a:lnTo>
                <a:lnTo>
                  <a:pt x="884999" y="203859"/>
                </a:lnTo>
                <a:lnTo>
                  <a:pt x="927208" y="183249"/>
                </a:lnTo>
                <a:lnTo>
                  <a:pt x="969794" y="163743"/>
                </a:lnTo>
                <a:lnTo>
                  <a:pt x="1012737" y="145340"/>
                </a:lnTo>
                <a:lnTo>
                  <a:pt x="1056015" y="128039"/>
                </a:lnTo>
                <a:lnTo>
                  <a:pt x="1099607" y="111839"/>
                </a:lnTo>
                <a:lnTo>
                  <a:pt x="1143492" y="96738"/>
                </a:lnTo>
                <a:lnTo>
                  <a:pt x="1187649" y="82736"/>
                </a:lnTo>
                <a:lnTo>
                  <a:pt x="1232056" y="69831"/>
                </a:lnTo>
                <a:lnTo>
                  <a:pt x="1276693" y="58023"/>
                </a:lnTo>
                <a:lnTo>
                  <a:pt x="1321539" y="47310"/>
                </a:lnTo>
                <a:lnTo>
                  <a:pt x="1366572" y="37691"/>
                </a:lnTo>
                <a:lnTo>
                  <a:pt x="1411772" y="29165"/>
                </a:lnTo>
                <a:lnTo>
                  <a:pt x="1457117" y="21732"/>
                </a:lnTo>
                <a:lnTo>
                  <a:pt x="1502586" y="15389"/>
                </a:lnTo>
                <a:lnTo>
                  <a:pt x="1548157" y="10136"/>
                </a:lnTo>
                <a:lnTo>
                  <a:pt x="1593811" y="5971"/>
                </a:lnTo>
                <a:lnTo>
                  <a:pt x="1639526" y="2895"/>
                </a:lnTo>
                <a:lnTo>
                  <a:pt x="1685280" y="904"/>
                </a:lnTo>
                <a:lnTo>
                  <a:pt x="1731053" y="0"/>
                </a:lnTo>
                <a:lnTo>
                  <a:pt x="1776823" y="179"/>
                </a:lnTo>
                <a:lnTo>
                  <a:pt x="1822570" y="1442"/>
                </a:lnTo>
                <a:lnTo>
                  <a:pt x="1868272" y="3786"/>
                </a:lnTo>
                <a:lnTo>
                  <a:pt x="1913908" y="7212"/>
                </a:lnTo>
                <a:lnTo>
                  <a:pt x="1959457" y="11718"/>
                </a:lnTo>
                <a:lnTo>
                  <a:pt x="2004898" y="17302"/>
                </a:lnTo>
                <a:lnTo>
                  <a:pt x="2050210" y="23965"/>
                </a:lnTo>
                <a:lnTo>
                  <a:pt x="2095372" y="31704"/>
                </a:lnTo>
                <a:lnTo>
                  <a:pt x="2140362" y="40518"/>
                </a:lnTo>
                <a:lnTo>
                  <a:pt x="2185159" y="50407"/>
                </a:lnTo>
                <a:lnTo>
                  <a:pt x="2229743" y="61369"/>
                </a:lnTo>
                <a:lnTo>
                  <a:pt x="2274093" y="73403"/>
                </a:lnTo>
                <a:lnTo>
                  <a:pt x="2318186" y="86509"/>
                </a:lnTo>
                <a:lnTo>
                  <a:pt x="2362003" y="100684"/>
                </a:lnTo>
                <a:lnTo>
                  <a:pt x="2405521" y="115929"/>
                </a:lnTo>
                <a:lnTo>
                  <a:pt x="2448721" y="132241"/>
                </a:lnTo>
                <a:lnTo>
                  <a:pt x="2491580" y="149620"/>
                </a:lnTo>
                <a:lnTo>
                  <a:pt x="2534078" y="168065"/>
                </a:lnTo>
                <a:lnTo>
                  <a:pt x="2576193" y="187574"/>
                </a:lnTo>
                <a:lnTo>
                  <a:pt x="2617905" y="208146"/>
                </a:lnTo>
                <a:lnTo>
                  <a:pt x="2659192" y="229781"/>
                </a:lnTo>
                <a:lnTo>
                  <a:pt x="2700033" y="252478"/>
                </a:lnTo>
                <a:lnTo>
                  <a:pt x="2740407" y="276234"/>
                </a:lnTo>
                <a:lnTo>
                  <a:pt x="2780293" y="301050"/>
                </a:lnTo>
                <a:lnTo>
                  <a:pt x="2819670" y="326923"/>
                </a:lnTo>
                <a:lnTo>
                  <a:pt x="2858517" y="353853"/>
                </a:lnTo>
                <a:lnTo>
                  <a:pt x="2896813" y="381839"/>
                </a:lnTo>
                <a:lnTo>
                  <a:pt x="2934536" y="410880"/>
                </a:lnTo>
                <a:lnTo>
                  <a:pt x="2971666" y="440974"/>
                </a:lnTo>
                <a:lnTo>
                  <a:pt x="3008181" y="472121"/>
                </a:lnTo>
                <a:lnTo>
                  <a:pt x="3044060" y="504319"/>
                </a:lnTo>
                <a:lnTo>
                  <a:pt x="3079282" y="537567"/>
                </a:lnTo>
                <a:lnTo>
                  <a:pt x="3116015" y="574041"/>
                </a:lnTo>
                <a:lnTo>
                  <a:pt x="3151635" y="61126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2231509" y="547280"/>
            <a:ext cx="1918970" cy="1802130"/>
          </a:xfrm>
          <a:custGeom>
            <a:avLst/>
            <a:gdLst/>
            <a:ahLst/>
            <a:cxnLst/>
            <a:rect l="l" t="t" r="r" b="b"/>
            <a:pathLst>
              <a:path w="1918969" h="1802130">
                <a:moveTo>
                  <a:pt x="771283" y="1337868"/>
                </a:moveTo>
                <a:lnTo>
                  <a:pt x="725297" y="1318831"/>
                </a:lnTo>
                <a:lnTo>
                  <a:pt x="681304" y="1299908"/>
                </a:lnTo>
                <a:lnTo>
                  <a:pt x="637781" y="1279512"/>
                </a:lnTo>
                <a:lnTo>
                  <a:pt x="596290" y="1257325"/>
                </a:lnTo>
                <a:lnTo>
                  <a:pt x="558368" y="1232992"/>
                </a:lnTo>
                <a:lnTo>
                  <a:pt x="525564" y="1206207"/>
                </a:lnTo>
                <a:lnTo>
                  <a:pt x="497014" y="1171117"/>
                </a:lnTo>
                <a:lnTo>
                  <a:pt x="476186" y="1130808"/>
                </a:lnTo>
                <a:lnTo>
                  <a:pt x="459651" y="1087475"/>
                </a:lnTo>
                <a:lnTo>
                  <a:pt x="444004" y="1043355"/>
                </a:lnTo>
                <a:lnTo>
                  <a:pt x="432498" y="1011567"/>
                </a:lnTo>
                <a:lnTo>
                  <a:pt x="422681" y="981443"/>
                </a:lnTo>
                <a:lnTo>
                  <a:pt x="412445" y="945896"/>
                </a:lnTo>
                <a:lnTo>
                  <a:pt x="399745" y="897902"/>
                </a:lnTo>
                <a:lnTo>
                  <a:pt x="397827" y="890422"/>
                </a:lnTo>
                <a:lnTo>
                  <a:pt x="387337" y="890422"/>
                </a:lnTo>
                <a:lnTo>
                  <a:pt x="372529" y="945045"/>
                </a:lnTo>
                <a:lnTo>
                  <a:pt x="352310" y="1009891"/>
                </a:lnTo>
                <a:lnTo>
                  <a:pt x="341185" y="1043343"/>
                </a:lnTo>
                <a:lnTo>
                  <a:pt x="326605" y="1087513"/>
                </a:lnTo>
                <a:lnTo>
                  <a:pt x="309956" y="1130833"/>
                </a:lnTo>
                <a:lnTo>
                  <a:pt x="288531" y="1171130"/>
                </a:lnTo>
                <a:lnTo>
                  <a:pt x="259626" y="1206207"/>
                </a:lnTo>
                <a:lnTo>
                  <a:pt x="226123" y="1232966"/>
                </a:lnTo>
                <a:lnTo>
                  <a:pt x="186372" y="1257261"/>
                </a:lnTo>
                <a:lnTo>
                  <a:pt x="142443" y="1279436"/>
                </a:lnTo>
                <a:lnTo>
                  <a:pt x="96380" y="1299819"/>
                </a:lnTo>
                <a:lnTo>
                  <a:pt x="50253" y="1318717"/>
                </a:lnTo>
                <a:lnTo>
                  <a:pt x="6134" y="1336471"/>
                </a:lnTo>
                <a:lnTo>
                  <a:pt x="63" y="1338948"/>
                </a:lnTo>
                <a:lnTo>
                  <a:pt x="0" y="1347520"/>
                </a:lnTo>
                <a:lnTo>
                  <a:pt x="6019" y="1350111"/>
                </a:lnTo>
                <a:lnTo>
                  <a:pt x="113766" y="1395476"/>
                </a:lnTo>
                <a:lnTo>
                  <a:pt x="159194" y="1416380"/>
                </a:lnTo>
                <a:lnTo>
                  <a:pt x="199351" y="1438681"/>
                </a:lnTo>
                <a:lnTo>
                  <a:pt x="234569" y="1464271"/>
                </a:lnTo>
                <a:lnTo>
                  <a:pt x="265125" y="1495107"/>
                </a:lnTo>
                <a:lnTo>
                  <a:pt x="291325" y="1533093"/>
                </a:lnTo>
                <a:lnTo>
                  <a:pt x="318338" y="1589620"/>
                </a:lnTo>
                <a:lnTo>
                  <a:pt x="342582" y="1658023"/>
                </a:lnTo>
                <a:lnTo>
                  <a:pt x="361823" y="1720151"/>
                </a:lnTo>
                <a:lnTo>
                  <a:pt x="371881" y="1752904"/>
                </a:lnTo>
                <a:lnTo>
                  <a:pt x="385546" y="1795195"/>
                </a:lnTo>
                <a:lnTo>
                  <a:pt x="387794" y="1801977"/>
                </a:lnTo>
                <a:lnTo>
                  <a:pt x="397395" y="1801977"/>
                </a:lnTo>
                <a:lnTo>
                  <a:pt x="399643" y="1795195"/>
                </a:lnTo>
                <a:lnTo>
                  <a:pt x="413308" y="1752904"/>
                </a:lnTo>
                <a:lnTo>
                  <a:pt x="423367" y="1720151"/>
                </a:lnTo>
                <a:lnTo>
                  <a:pt x="432295" y="1690636"/>
                </a:lnTo>
                <a:lnTo>
                  <a:pt x="442607" y="1658023"/>
                </a:lnTo>
                <a:lnTo>
                  <a:pt x="454875" y="1621637"/>
                </a:lnTo>
                <a:lnTo>
                  <a:pt x="479526" y="1560563"/>
                </a:lnTo>
                <a:lnTo>
                  <a:pt x="519976" y="1495044"/>
                </a:lnTo>
                <a:lnTo>
                  <a:pt x="550265" y="1463967"/>
                </a:lnTo>
                <a:lnTo>
                  <a:pt x="584835" y="1438059"/>
                </a:lnTo>
                <a:lnTo>
                  <a:pt x="623824" y="1415516"/>
                </a:lnTo>
                <a:lnTo>
                  <a:pt x="667334" y="1394561"/>
                </a:lnTo>
                <a:lnTo>
                  <a:pt x="715492" y="1373378"/>
                </a:lnTo>
                <a:lnTo>
                  <a:pt x="768413" y="1350175"/>
                </a:lnTo>
                <a:lnTo>
                  <a:pt x="771283" y="1348879"/>
                </a:lnTo>
                <a:lnTo>
                  <a:pt x="771283" y="1337868"/>
                </a:lnTo>
                <a:close/>
              </a:path>
              <a:path w="1918969" h="1802130">
                <a:moveTo>
                  <a:pt x="1918716" y="667372"/>
                </a:moveTo>
                <a:lnTo>
                  <a:pt x="1916988" y="661555"/>
                </a:lnTo>
                <a:lnTo>
                  <a:pt x="1911972" y="657428"/>
                </a:lnTo>
                <a:lnTo>
                  <a:pt x="1864575" y="637844"/>
                </a:lnTo>
                <a:lnTo>
                  <a:pt x="1815947" y="617372"/>
                </a:lnTo>
                <a:lnTo>
                  <a:pt x="1767090" y="595807"/>
                </a:lnTo>
                <a:lnTo>
                  <a:pt x="1718945" y="572960"/>
                </a:lnTo>
                <a:lnTo>
                  <a:pt x="1672475" y="548601"/>
                </a:lnTo>
                <a:lnTo>
                  <a:pt x="1628673" y="522541"/>
                </a:lnTo>
                <a:lnTo>
                  <a:pt x="1588477" y="494563"/>
                </a:lnTo>
                <a:lnTo>
                  <a:pt x="1552867" y="464464"/>
                </a:lnTo>
                <a:lnTo>
                  <a:pt x="1518005" y="423659"/>
                </a:lnTo>
                <a:lnTo>
                  <a:pt x="1491081" y="377469"/>
                </a:lnTo>
                <a:lnTo>
                  <a:pt x="1469529" y="327596"/>
                </a:lnTo>
                <a:lnTo>
                  <a:pt x="1450759" y="275704"/>
                </a:lnTo>
                <a:lnTo>
                  <a:pt x="1432179" y="223469"/>
                </a:lnTo>
                <a:lnTo>
                  <a:pt x="1415161" y="176441"/>
                </a:lnTo>
                <a:lnTo>
                  <a:pt x="1400619" y="131851"/>
                </a:lnTo>
                <a:lnTo>
                  <a:pt x="1385481" y="79260"/>
                </a:lnTo>
                <a:lnTo>
                  <a:pt x="1366685" y="8229"/>
                </a:lnTo>
                <a:lnTo>
                  <a:pt x="1362570" y="2070"/>
                </a:lnTo>
                <a:lnTo>
                  <a:pt x="1356080" y="0"/>
                </a:lnTo>
                <a:lnTo>
                  <a:pt x="1349578" y="2044"/>
                </a:lnTo>
                <a:lnTo>
                  <a:pt x="1345438" y="8191"/>
                </a:lnTo>
                <a:lnTo>
                  <a:pt x="1326413" y="77990"/>
                </a:lnTo>
                <a:lnTo>
                  <a:pt x="1311021" y="129362"/>
                </a:lnTo>
                <a:lnTo>
                  <a:pt x="1296479" y="173951"/>
                </a:lnTo>
                <a:lnTo>
                  <a:pt x="1280020" y="223469"/>
                </a:lnTo>
                <a:lnTo>
                  <a:pt x="1262888" y="275742"/>
                </a:lnTo>
                <a:lnTo>
                  <a:pt x="1244295" y="327647"/>
                </a:lnTo>
                <a:lnTo>
                  <a:pt x="1222197" y="377507"/>
                </a:lnTo>
                <a:lnTo>
                  <a:pt x="1194562" y="423659"/>
                </a:lnTo>
                <a:lnTo>
                  <a:pt x="1159332" y="464464"/>
                </a:lnTo>
                <a:lnTo>
                  <a:pt x="1123137" y="494525"/>
                </a:lnTo>
                <a:lnTo>
                  <a:pt x="1081303" y="522478"/>
                </a:lnTo>
                <a:lnTo>
                  <a:pt x="1035138" y="548513"/>
                </a:lnTo>
                <a:lnTo>
                  <a:pt x="985913" y="572846"/>
                </a:lnTo>
                <a:lnTo>
                  <a:pt x="934923" y="595680"/>
                </a:lnTo>
                <a:lnTo>
                  <a:pt x="883450" y="617220"/>
                </a:lnTo>
                <a:lnTo>
                  <a:pt x="784199" y="657250"/>
                </a:lnTo>
                <a:lnTo>
                  <a:pt x="779132" y="661403"/>
                </a:lnTo>
                <a:lnTo>
                  <a:pt x="777405" y="667270"/>
                </a:lnTo>
                <a:lnTo>
                  <a:pt x="779043" y="673176"/>
                </a:lnTo>
                <a:lnTo>
                  <a:pt x="784034" y="677430"/>
                </a:lnTo>
                <a:lnTo>
                  <a:pt x="843788" y="702716"/>
                </a:lnTo>
                <a:lnTo>
                  <a:pt x="899248" y="725792"/>
                </a:lnTo>
                <a:lnTo>
                  <a:pt x="950569" y="747636"/>
                </a:lnTo>
                <a:lnTo>
                  <a:pt x="997889" y="769239"/>
                </a:lnTo>
                <a:lnTo>
                  <a:pt x="1041361" y="791552"/>
                </a:lnTo>
                <a:lnTo>
                  <a:pt x="1081138" y="815581"/>
                </a:lnTo>
                <a:lnTo>
                  <a:pt x="1117358" y="842276"/>
                </a:lnTo>
                <a:lnTo>
                  <a:pt x="1150188" y="872629"/>
                </a:lnTo>
                <a:lnTo>
                  <a:pt x="1179766" y="907605"/>
                </a:lnTo>
                <a:lnTo>
                  <a:pt x="1206233" y="948194"/>
                </a:lnTo>
                <a:lnTo>
                  <a:pt x="1227467" y="988860"/>
                </a:lnTo>
                <a:lnTo>
                  <a:pt x="1246212" y="1031849"/>
                </a:lnTo>
                <a:lnTo>
                  <a:pt x="1263942" y="1079246"/>
                </a:lnTo>
                <a:lnTo>
                  <a:pt x="1282090" y="1133068"/>
                </a:lnTo>
                <a:lnTo>
                  <a:pt x="1297355" y="1181341"/>
                </a:lnTo>
                <a:lnTo>
                  <a:pt x="1310576" y="1225029"/>
                </a:lnTo>
                <a:lnTo>
                  <a:pt x="1325448" y="1273479"/>
                </a:lnTo>
                <a:lnTo>
                  <a:pt x="1345679" y="1336078"/>
                </a:lnTo>
                <a:lnTo>
                  <a:pt x="1349870" y="1341716"/>
                </a:lnTo>
                <a:lnTo>
                  <a:pt x="1356106" y="1343596"/>
                </a:lnTo>
                <a:lnTo>
                  <a:pt x="1362341" y="1341716"/>
                </a:lnTo>
                <a:lnTo>
                  <a:pt x="1366532" y="1336078"/>
                </a:lnTo>
                <a:lnTo>
                  <a:pt x="1386763" y="1273479"/>
                </a:lnTo>
                <a:lnTo>
                  <a:pt x="1401635" y="1225029"/>
                </a:lnTo>
                <a:lnTo>
                  <a:pt x="1414856" y="1181341"/>
                </a:lnTo>
                <a:lnTo>
                  <a:pt x="1430121" y="1133068"/>
                </a:lnTo>
                <a:lnTo>
                  <a:pt x="1448269" y="1079246"/>
                </a:lnTo>
                <a:lnTo>
                  <a:pt x="1465986" y="1031862"/>
                </a:lnTo>
                <a:lnTo>
                  <a:pt x="1484731" y="988860"/>
                </a:lnTo>
                <a:lnTo>
                  <a:pt x="1505966" y="948194"/>
                </a:lnTo>
                <a:lnTo>
                  <a:pt x="1532382" y="907580"/>
                </a:lnTo>
                <a:lnTo>
                  <a:pt x="1561782" y="872413"/>
                </a:lnTo>
                <a:lnTo>
                  <a:pt x="1594256" y="841768"/>
                </a:lnTo>
                <a:lnTo>
                  <a:pt x="1629841" y="814743"/>
                </a:lnTo>
                <a:lnTo>
                  <a:pt x="1668614" y="790435"/>
                </a:lnTo>
                <a:lnTo>
                  <a:pt x="1710626" y="767905"/>
                </a:lnTo>
                <a:lnTo>
                  <a:pt x="1755927" y="746264"/>
                </a:lnTo>
                <a:lnTo>
                  <a:pt x="1804593" y="724598"/>
                </a:lnTo>
                <a:lnTo>
                  <a:pt x="1856676" y="701979"/>
                </a:lnTo>
                <a:lnTo>
                  <a:pt x="1912239" y="677519"/>
                </a:lnTo>
                <a:lnTo>
                  <a:pt x="1917141" y="673239"/>
                </a:lnTo>
                <a:lnTo>
                  <a:pt x="1918716" y="66737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1440628" y="8496452"/>
            <a:ext cx="487045" cy="572770"/>
          </a:xfrm>
          <a:custGeom>
            <a:avLst/>
            <a:gdLst/>
            <a:ahLst/>
            <a:cxnLst/>
            <a:rect l="l" t="t" r="r" b="b"/>
            <a:pathLst>
              <a:path w="487045" h="572770">
                <a:moveTo>
                  <a:pt x="249659" y="572636"/>
                </a:moveTo>
                <a:lnTo>
                  <a:pt x="243630" y="572636"/>
                </a:lnTo>
                <a:lnTo>
                  <a:pt x="242217" y="568379"/>
                </a:lnTo>
                <a:lnTo>
                  <a:pt x="233628" y="541805"/>
                </a:lnTo>
                <a:lnTo>
                  <a:pt x="227314" y="521234"/>
                </a:lnTo>
                <a:lnTo>
                  <a:pt x="221703" y="502689"/>
                </a:lnTo>
                <a:lnTo>
                  <a:pt x="215222" y="482197"/>
                </a:lnTo>
                <a:lnTo>
                  <a:pt x="199992" y="439226"/>
                </a:lnTo>
                <a:lnTo>
                  <a:pt x="183020" y="403710"/>
                </a:lnTo>
                <a:lnTo>
                  <a:pt x="152433" y="364965"/>
                </a:lnTo>
                <a:lnTo>
                  <a:pt x="113025" y="337211"/>
                </a:lnTo>
                <a:lnTo>
                  <a:pt x="63804" y="313968"/>
                </a:lnTo>
                <a:lnTo>
                  <a:pt x="3777" y="288760"/>
                </a:lnTo>
                <a:lnTo>
                  <a:pt x="0" y="287131"/>
                </a:lnTo>
                <a:lnTo>
                  <a:pt x="38" y="281743"/>
                </a:lnTo>
                <a:lnTo>
                  <a:pt x="3848" y="280190"/>
                </a:lnTo>
                <a:lnTo>
                  <a:pt x="45983" y="263197"/>
                </a:lnTo>
                <a:lnTo>
                  <a:pt x="89484" y="244358"/>
                </a:lnTo>
                <a:lnTo>
                  <a:pt x="129982" y="222974"/>
                </a:lnTo>
                <a:lnTo>
                  <a:pt x="163107" y="198347"/>
                </a:lnTo>
                <a:lnTo>
                  <a:pt x="194728" y="150999"/>
                </a:lnTo>
                <a:lnTo>
                  <a:pt x="214342" y="96034"/>
                </a:lnTo>
                <a:lnTo>
                  <a:pt x="221334" y="75016"/>
                </a:lnTo>
                <a:lnTo>
                  <a:pt x="227504" y="56082"/>
                </a:lnTo>
                <a:lnTo>
                  <a:pt x="234037" y="34276"/>
                </a:lnTo>
                <a:lnTo>
                  <a:pt x="242118" y="4641"/>
                </a:lnTo>
                <a:lnTo>
                  <a:pt x="243337" y="0"/>
                </a:lnTo>
                <a:lnTo>
                  <a:pt x="249934" y="12"/>
                </a:lnTo>
                <a:lnTo>
                  <a:pt x="265542" y="57140"/>
                </a:lnTo>
                <a:lnTo>
                  <a:pt x="278942" y="96036"/>
                </a:lnTo>
                <a:lnTo>
                  <a:pt x="288768" y="123760"/>
                </a:lnTo>
                <a:lnTo>
                  <a:pt x="312245" y="176307"/>
                </a:lnTo>
                <a:lnTo>
                  <a:pt x="362359" y="223002"/>
                </a:lnTo>
                <a:lnTo>
                  <a:pt x="400683" y="244406"/>
                </a:lnTo>
                <a:lnTo>
                  <a:pt x="441867" y="263261"/>
                </a:lnTo>
                <a:lnTo>
                  <a:pt x="486395" y="281824"/>
                </a:lnTo>
                <a:lnTo>
                  <a:pt x="486462" y="287131"/>
                </a:lnTo>
                <a:lnTo>
                  <a:pt x="482746" y="288797"/>
                </a:lnTo>
                <a:lnTo>
                  <a:pt x="426535" y="313410"/>
                </a:lnTo>
                <a:lnTo>
                  <a:pt x="379316" y="336733"/>
                </a:lnTo>
                <a:lnTo>
                  <a:pt x="340692" y="364816"/>
                </a:lnTo>
                <a:lnTo>
                  <a:pt x="310267" y="403710"/>
                </a:lnTo>
                <a:lnTo>
                  <a:pt x="293294" y="439227"/>
                </a:lnTo>
                <a:lnTo>
                  <a:pt x="278065" y="482197"/>
                </a:lnTo>
                <a:lnTo>
                  <a:pt x="265973" y="521234"/>
                </a:lnTo>
                <a:lnTo>
                  <a:pt x="259659" y="541805"/>
                </a:lnTo>
                <a:lnTo>
                  <a:pt x="251070" y="568379"/>
                </a:lnTo>
                <a:lnTo>
                  <a:pt x="249659" y="572636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85065" y="4014003"/>
            <a:ext cx="10598150" cy="10420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650" spc="-140">
                <a:solidFill>
                  <a:srgbClr val="004AAC"/>
                </a:solidFill>
              </a:rPr>
              <a:t>Retail</a:t>
            </a:r>
            <a:r>
              <a:rPr dirty="0" sz="6650" spc="-360">
                <a:solidFill>
                  <a:srgbClr val="004AAC"/>
                </a:solidFill>
              </a:rPr>
              <a:t> </a:t>
            </a:r>
            <a:r>
              <a:rPr dirty="0" sz="6650" spc="-70">
                <a:solidFill>
                  <a:srgbClr val="004AAC"/>
                </a:solidFill>
              </a:rPr>
              <a:t>Data</a:t>
            </a:r>
            <a:r>
              <a:rPr dirty="0" sz="6650" spc="-380">
                <a:solidFill>
                  <a:srgbClr val="004AAC"/>
                </a:solidFill>
              </a:rPr>
              <a:t> </a:t>
            </a:r>
            <a:r>
              <a:rPr dirty="0" sz="6650" spc="65">
                <a:solidFill>
                  <a:srgbClr val="004AAC"/>
                </a:solidFill>
              </a:rPr>
              <a:t>Analysis</a:t>
            </a:r>
            <a:r>
              <a:rPr dirty="0" sz="6650" spc="-370">
                <a:solidFill>
                  <a:srgbClr val="004AAC"/>
                </a:solidFill>
              </a:rPr>
              <a:t> </a:t>
            </a:r>
            <a:r>
              <a:rPr dirty="0" sz="6650" spc="-105">
                <a:solidFill>
                  <a:srgbClr val="004AAC"/>
                </a:solidFill>
              </a:rPr>
              <a:t>Project</a:t>
            </a:r>
            <a:endParaRPr sz="6650"/>
          </a:p>
        </p:txBody>
      </p:sp>
      <p:sp>
        <p:nvSpPr>
          <p:cNvPr id="8" name="object 8" descr=""/>
          <p:cNvSpPr txBox="1"/>
          <p:nvPr/>
        </p:nvSpPr>
        <p:spPr>
          <a:xfrm>
            <a:off x="1299225" y="5381542"/>
            <a:ext cx="8261350" cy="1397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90"/>
              </a:spcBef>
            </a:pPr>
            <a:r>
              <a:rPr dirty="0" sz="3850">
                <a:solidFill>
                  <a:srgbClr val="004AAC"/>
                </a:solidFill>
                <a:latin typeface="Arial MT"/>
                <a:cs typeface="Arial MT"/>
              </a:rPr>
              <a:t>Final</a:t>
            </a:r>
            <a:r>
              <a:rPr dirty="0" sz="3850" spc="-6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>
                <a:solidFill>
                  <a:srgbClr val="004AAC"/>
                </a:solidFill>
                <a:latin typeface="Arial MT"/>
                <a:cs typeface="Arial MT"/>
              </a:rPr>
              <a:t>Project</a:t>
            </a:r>
            <a:r>
              <a:rPr dirty="0" sz="3850" spc="-6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 spc="-225">
                <a:solidFill>
                  <a:srgbClr val="004AAC"/>
                </a:solidFill>
                <a:latin typeface="Arial MT"/>
                <a:cs typeface="Arial MT"/>
              </a:rPr>
              <a:t>-</a:t>
            </a:r>
            <a:r>
              <a:rPr dirty="0" sz="3850" spc="-6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>
                <a:solidFill>
                  <a:srgbClr val="004AAC"/>
                </a:solidFill>
                <a:latin typeface="Arial MT"/>
                <a:cs typeface="Arial MT"/>
              </a:rPr>
              <a:t>Data</a:t>
            </a:r>
            <a:r>
              <a:rPr dirty="0" sz="3850" spc="-6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>
                <a:solidFill>
                  <a:srgbClr val="004AAC"/>
                </a:solidFill>
                <a:latin typeface="Arial MT"/>
                <a:cs typeface="Arial MT"/>
              </a:rPr>
              <a:t>Analyst</a:t>
            </a:r>
            <a:r>
              <a:rPr dirty="0" sz="3850" spc="-6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 spc="-10">
                <a:solidFill>
                  <a:srgbClr val="004AAC"/>
                </a:solidFill>
                <a:latin typeface="Arial MT"/>
                <a:cs typeface="Arial MT"/>
              </a:rPr>
              <a:t>Program Google</a:t>
            </a:r>
            <a:r>
              <a:rPr dirty="0" sz="3850" spc="-19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>
                <a:solidFill>
                  <a:srgbClr val="004AAC"/>
                </a:solidFill>
                <a:latin typeface="Arial MT"/>
                <a:cs typeface="Arial MT"/>
              </a:rPr>
              <a:t>and</a:t>
            </a:r>
            <a:r>
              <a:rPr dirty="0" sz="3850" spc="-18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>
                <a:solidFill>
                  <a:srgbClr val="004AAC"/>
                </a:solidFill>
                <a:latin typeface="Arial MT"/>
                <a:cs typeface="Arial MT"/>
              </a:rPr>
              <a:t>Reichman</a:t>
            </a:r>
            <a:r>
              <a:rPr dirty="0" sz="3850" spc="-19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>
                <a:solidFill>
                  <a:srgbClr val="004AAC"/>
                </a:solidFill>
                <a:latin typeface="Arial MT"/>
                <a:cs typeface="Arial MT"/>
              </a:rPr>
              <a:t>AI</a:t>
            </a:r>
            <a:r>
              <a:rPr dirty="0" sz="3850" spc="-185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>
                <a:solidFill>
                  <a:srgbClr val="004AAC"/>
                </a:solidFill>
                <a:latin typeface="Arial MT"/>
                <a:cs typeface="Arial MT"/>
              </a:rPr>
              <a:t>Tech</a:t>
            </a:r>
            <a:r>
              <a:rPr dirty="0" sz="3850" spc="-190">
                <a:solidFill>
                  <a:srgbClr val="004AAC"/>
                </a:solidFill>
                <a:latin typeface="Arial MT"/>
                <a:cs typeface="Arial MT"/>
              </a:rPr>
              <a:t> </a:t>
            </a:r>
            <a:r>
              <a:rPr dirty="0" sz="3850" spc="-10">
                <a:solidFill>
                  <a:srgbClr val="004AAC"/>
                </a:solidFill>
                <a:latin typeface="Arial MT"/>
                <a:cs typeface="Arial MT"/>
              </a:rPr>
              <a:t>School</a:t>
            </a:r>
            <a:endParaRPr sz="38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2311" y="8598930"/>
            <a:ext cx="1494790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90" b="1">
                <a:solidFill>
                  <a:srgbClr val="004AAC"/>
                </a:solidFill>
                <a:latin typeface="Trebuchet MS"/>
                <a:cs typeface="Trebuchet MS"/>
              </a:rPr>
              <a:t>Dor</a:t>
            </a:r>
            <a:r>
              <a:rPr dirty="0" sz="2550" spc="-260" b="1">
                <a:solidFill>
                  <a:srgbClr val="004AAC"/>
                </a:solidFill>
                <a:latin typeface="Trebuchet MS"/>
                <a:cs typeface="Trebuchet MS"/>
              </a:rPr>
              <a:t> </a:t>
            </a:r>
            <a:r>
              <a:rPr dirty="0" sz="2550" spc="-95" b="1">
                <a:solidFill>
                  <a:srgbClr val="004AAC"/>
                </a:solidFill>
                <a:latin typeface="Trebuchet MS"/>
                <a:cs typeface="Trebuchet MS"/>
              </a:rPr>
              <a:t>Thaler</a:t>
            </a:r>
            <a:endParaRPr sz="2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69" y="1909998"/>
            <a:ext cx="9029699" cy="58292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9906" y="5356659"/>
            <a:ext cx="7477124" cy="4495799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1498390" y="583351"/>
            <a:ext cx="6790055" cy="4238625"/>
            <a:chOff x="11498390" y="583351"/>
            <a:chExt cx="6790055" cy="4238625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98390" y="583351"/>
              <a:ext cx="4848224" cy="42386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680776" y="826871"/>
              <a:ext cx="2607310" cy="1711960"/>
            </a:xfrm>
            <a:custGeom>
              <a:avLst/>
              <a:gdLst/>
              <a:ahLst/>
              <a:cxnLst/>
              <a:rect l="l" t="t" r="r" b="b"/>
              <a:pathLst>
                <a:path w="2607309" h="1711960">
                  <a:moveTo>
                    <a:pt x="2607221" y="18308"/>
                  </a:moveTo>
                  <a:lnTo>
                    <a:pt x="2607221" y="1707047"/>
                  </a:lnTo>
                  <a:lnTo>
                    <a:pt x="2602676" y="1711523"/>
                  </a:lnTo>
                  <a:lnTo>
                    <a:pt x="795462" y="1711523"/>
                  </a:lnTo>
                  <a:lnTo>
                    <a:pt x="761597" y="1708681"/>
                  </a:lnTo>
                  <a:lnTo>
                    <a:pt x="714390" y="1702056"/>
                  </a:lnTo>
                  <a:lnTo>
                    <a:pt x="668041" y="1692908"/>
                  </a:lnTo>
                  <a:lnTo>
                    <a:pt x="622622" y="1681307"/>
                  </a:lnTo>
                  <a:lnTo>
                    <a:pt x="578206" y="1667328"/>
                  </a:lnTo>
                  <a:lnTo>
                    <a:pt x="534865" y="1651041"/>
                  </a:lnTo>
                  <a:lnTo>
                    <a:pt x="492671" y="1632521"/>
                  </a:lnTo>
                  <a:lnTo>
                    <a:pt x="451698" y="1611838"/>
                  </a:lnTo>
                  <a:lnTo>
                    <a:pt x="412016" y="1589066"/>
                  </a:lnTo>
                  <a:lnTo>
                    <a:pt x="373700" y="1564277"/>
                  </a:lnTo>
                  <a:lnTo>
                    <a:pt x="336821" y="1537543"/>
                  </a:lnTo>
                  <a:lnTo>
                    <a:pt x="301452" y="1508937"/>
                  </a:lnTo>
                  <a:lnTo>
                    <a:pt x="267665" y="1478532"/>
                  </a:lnTo>
                  <a:lnTo>
                    <a:pt x="235533" y="1446400"/>
                  </a:lnTo>
                  <a:lnTo>
                    <a:pt x="205127" y="1412613"/>
                  </a:lnTo>
                  <a:lnTo>
                    <a:pt x="176522" y="1377243"/>
                  </a:lnTo>
                  <a:lnTo>
                    <a:pt x="149789" y="1340364"/>
                  </a:lnTo>
                  <a:lnTo>
                    <a:pt x="125000" y="1302048"/>
                  </a:lnTo>
                  <a:lnTo>
                    <a:pt x="102228" y="1262367"/>
                  </a:lnTo>
                  <a:lnTo>
                    <a:pt x="81545" y="1221393"/>
                  </a:lnTo>
                  <a:lnTo>
                    <a:pt x="63025" y="1179200"/>
                  </a:lnTo>
                  <a:lnTo>
                    <a:pt x="46738" y="1135859"/>
                  </a:lnTo>
                  <a:lnTo>
                    <a:pt x="32759" y="1091443"/>
                  </a:lnTo>
                  <a:lnTo>
                    <a:pt x="21159" y="1046024"/>
                  </a:lnTo>
                  <a:lnTo>
                    <a:pt x="12010" y="999675"/>
                  </a:lnTo>
                  <a:lnTo>
                    <a:pt x="5386" y="952469"/>
                  </a:lnTo>
                  <a:lnTo>
                    <a:pt x="1358" y="904478"/>
                  </a:lnTo>
                  <a:lnTo>
                    <a:pt x="0" y="855773"/>
                  </a:lnTo>
                  <a:lnTo>
                    <a:pt x="1358" y="807069"/>
                  </a:lnTo>
                  <a:lnTo>
                    <a:pt x="5386" y="759077"/>
                  </a:lnTo>
                  <a:lnTo>
                    <a:pt x="12010" y="711870"/>
                  </a:lnTo>
                  <a:lnTo>
                    <a:pt x="21159" y="665521"/>
                  </a:lnTo>
                  <a:lnTo>
                    <a:pt x="32759" y="620102"/>
                  </a:lnTo>
                  <a:lnTo>
                    <a:pt x="46738" y="575685"/>
                  </a:lnTo>
                  <a:lnTo>
                    <a:pt x="63025" y="532344"/>
                  </a:lnTo>
                  <a:lnTo>
                    <a:pt x="81545" y="490150"/>
                  </a:lnTo>
                  <a:lnTo>
                    <a:pt x="102228" y="449176"/>
                  </a:lnTo>
                  <a:lnTo>
                    <a:pt x="125000" y="409495"/>
                  </a:lnTo>
                  <a:lnTo>
                    <a:pt x="149789" y="371178"/>
                  </a:lnTo>
                  <a:lnTo>
                    <a:pt x="176522" y="334299"/>
                  </a:lnTo>
                  <a:lnTo>
                    <a:pt x="205127" y="298930"/>
                  </a:lnTo>
                  <a:lnTo>
                    <a:pt x="235533" y="265143"/>
                  </a:lnTo>
                  <a:lnTo>
                    <a:pt x="267665" y="233010"/>
                  </a:lnTo>
                  <a:lnTo>
                    <a:pt x="301452" y="202605"/>
                  </a:lnTo>
                  <a:lnTo>
                    <a:pt x="336821" y="173999"/>
                  </a:lnTo>
                  <a:lnTo>
                    <a:pt x="373700" y="147266"/>
                  </a:lnTo>
                  <a:lnTo>
                    <a:pt x="412016" y="122477"/>
                  </a:lnTo>
                  <a:lnTo>
                    <a:pt x="451698" y="99705"/>
                  </a:lnTo>
                  <a:lnTo>
                    <a:pt x="492671" y="79023"/>
                  </a:lnTo>
                  <a:lnTo>
                    <a:pt x="534865" y="60502"/>
                  </a:lnTo>
                  <a:lnTo>
                    <a:pt x="578206" y="44216"/>
                  </a:lnTo>
                  <a:lnTo>
                    <a:pt x="622622" y="30237"/>
                  </a:lnTo>
                  <a:lnTo>
                    <a:pt x="668041" y="18637"/>
                  </a:lnTo>
                  <a:lnTo>
                    <a:pt x="714390" y="9489"/>
                  </a:lnTo>
                  <a:lnTo>
                    <a:pt x="761597" y="2865"/>
                  </a:lnTo>
                  <a:lnTo>
                    <a:pt x="2595741" y="0"/>
                  </a:lnTo>
                  <a:lnTo>
                    <a:pt x="2601051" y="3580"/>
                  </a:lnTo>
                  <a:lnTo>
                    <a:pt x="2605515" y="10201"/>
                  </a:lnTo>
                  <a:lnTo>
                    <a:pt x="2607221" y="18308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9200" rIns="0" bIns="0" rtlCol="0" vert="horz">
            <a:spAutoFit/>
          </a:bodyPr>
          <a:lstStyle/>
          <a:p>
            <a:pPr marL="5481320">
              <a:lnSpc>
                <a:spcPct val="100000"/>
              </a:lnSpc>
              <a:spcBef>
                <a:spcPts val="100"/>
              </a:spcBef>
            </a:pPr>
            <a:r>
              <a:rPr dirty="0" spc="25"/>
              <a:t>EDA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0" y="8259241"/>
            <a:ext cx="6463665" cy="1824355"/>
          </a:xfrm>
          <a:custGeom>
            <a:avLst/>
            <a:gdLst/>
            <a:ahLst/>
            <a:cxnLst/>
            <a:rect l="l" t="t" r="r" b="b"/>
            <a:pathLst>
              <a:path w="6463665" h="1824354">
                <a:moveTo>
                  <a:pt x="6463309" y="912075"/>
                </a:moveTo>
                <a:lnTo>
                  <a:pt x="6462039" y="863663"/>
                </a:lnTo>
                <a:lnTo>
                  <a:pt x="6458293" y="815898"/>
                </a:lnTo>
                <a:lnTo>
                  <a:pt x="6452121" y="768870"/>
                </a:lnTo>
                <a:lnTo>
                  <a:pt x="6443586" y="722617"/>
                </a:lnTo>
                <a:lnTo>
                  <a:pt x="6432766" y="677214"/>
                </a:lnTo>
                <a:lnTo>
                  <a:pt x="6419710" y="632726"/>
                </a:lnTo>
                <a:lnTo>
                  <a:pt x="6404470" y="589203"/>
                </a:lnTo>
                <a:lnTo>
                  <a:pt x="6387135" y="546722"/>
                </a:lnTo>
                <a:lnTo>
                  <a:pt x="6367754" y="505333"/>
                </a:lnTo>
                <a:lnTo>
                  <a:pt x="6346393" y="465112"/>
                </a:lnTo>
                <a:lnTo>
                  <a:pt x="6323114" y="426110"/>
                </a:lnTo>
                <a:lnTo>
                  <a:pt x="6297981" y="388404"/>
                </a:lnTo>
                <a:lnTo>
                  <a:pt x="6271057" y="352044"/>
                </a:lnTo>
                <a:lnTo>
                  <a:pt x="6242393" y="317106"/>
                </a:lnTo>
                <a:lnTo>
                  <a:pt x="6212065" y="283629"/>
                </a:lnTo>
                <a:lnTo>
                  <a:pt x="6180150" y="251701"/>
                </a:lnTo>
                <a:lnTo>
                  <a:pt x="6146673" y="221386"/>
                </a:lnTo>
                <a:lnTo>
                  <a:pt x="6111735" y="192722"/>
                </a:lnTo>
                <a:lnTo>
                  <a:pt x="6075375" y="165798"/>
                </a:lnTo>
                <a:lnTo>
                  <a:pt x="6037669" y="140665"/>
                </a:lnTo>
                <a:lnTo>
                  <a:pt x="5998667" y="117386"/>
                </a:lnTo>
                <a:lnTo>
                  <a:pt x="5958446" y="96024"/>
                </a:lnTo>
                <a:lnTo>
                  <a:pt x="5917057" y="76644"/>
                </a:lnTo>
                <a:lnTo>
                  <a:pt x="5874575" y="59296"/>
                </a:lnTo>
                <a:lnTo>
                  <a:pt x="5831052" y="44069"/>
                </a:lnTo>
                <a:lnTo>
                  <a:pt x="5786564" y="31013"/>
                </a:lnTo>
                <a:lnTo>
                  <a:pt x="5741162" y="20193"/>
                </a:lnTo>
                <a:lnTo>
                  <a:pt x="5694908" y="11658"/>
                </a:lnTo>
                <a:lnTo>
                  <a:pt x="5647880" y="5486"/>
                </a:lnTo>
                <a:lnTo>
                  <a:pt x="5600116" y="1739"/>
                </a:lnTo>
                <a:lnTo>
                  <a:pt x="5551703" y="469"/>
                </a:lnTo>
                <a:lnTo>
                  <a:pt x="4764760" y="469"/>
                </a:lnTo>
                <a:lnTo>
                  <a:pt x="4764760" y="0"/>
                </a:lnTo>
                <a:lnTo>
                  <a:pt x="0" y="0"/>
                </a:lnTo>
                <a:lnTo>
                  <a:pt x="0" y="1824164"/>
                </a:lnTo>
                <a:lnTo>
                  <a:pt x="4764760" y="1824164"/>
                </a:lnTo>
                <a:lnTo>
                  <a:pt x="4764760" y="1823681"/>
                </a:lnTo>
                <a:lnTo>
                  <a:pt x="5551703" y="1823681"/>
                </a:lnTo>
                <a:lnTo>
                  <a:pt x="5600116" y="1822411"/>
                </a:lnTo>
                <a:lnTo>
                  <a:pt x="5647880" y="1818665"/>
                </a:lnTo>
                <a:lnTo>
                  <a:pt x="5694908" y="1812493"/>
                </a:lnTo>
                <a:lnTo>
                  <a:pt x="5741162" y="1803958"/>
                </a:lnTo>
                <a:lnTo>
                  <a:pt x="5786564" y="1793138"/>
                </a:lnTo>
                <a:lnTo>
                  <a:pt x="5831052" y="1780070"/>
                </a:lnTo>
                <a:lnTo>
                  <a:pt x="5874575" y="1764842"/>
                </a:lnTo>
                <a:lnTo>
                  <a:pt x="5917057" y="1747507"/>
                </a:lnTo>
                <a:lnTo>
                  <a:pt x="5958446" y="1728127"/>
                </a:lnTo>
                <a:lnTo>
                  <a:pt x="5998667" y="1706765"/>
                </a:lnTo>
                <a:lnTo>
                  <a:pt x="6037669" y="1683486"/>
                </a:lnTo>
                <a:lnTo>
                  <a:pt x="6075375" y="1658353"/>
                </a:lnTo>
                <a:lnTo>
                  <a:pt x="6111735" y="1631416"/>
                </a:lnTo>
                <a:lnTo>
                  <a:pt x="6146673" y="1602765"/>
                </a:lnTo>
                <a:lnTo>
                  <a:pt x="6180150" y="1572437"/>
                </a:lnTo>
                <a:lnTo>
                  <a:pt x="6212065" y="1540510"/>
                </a:lnTo>
                <a:lnTo>
                  <a:pt x="6242393" y="1507045"/>
                </a:lnTo>
                <a:lnTo>
                  <a:pt x="6271057" y="1472107"/>
                </a:lnTo>
                <a:lnTo>
                  <a:pt x="6297981" y="1435747"/>
                </a:lnTo>
                <a:lnTo>
                  <a:pt x="6323114" y="1398028"/>
                </a:lnTo>
                <a:lnTo>
                  <a:pt x="6346393" y="1359039"/>
                </a:lnTo>
                <a:lnTo>
                  <a:pt x="6367754" y="1318818"/>
                </a:lnTo>
                <a:lnTo>
                  <a:pt x="6387135" y="1277429"/>
                </a:lnTo>
                <a:lnTo>
                  <a:pt x="6404470" y="1234948"/>
                </a:lnTo>
                <a:lnTo>
                  <a:pt x="6419710" y="1191425"/>
                </a:lnTo>
                <a:lnTo>
                  <a:pt x="6432766" y="1146937"/>
                </a:lnTo>
                <a:lnTo>
                  <a:pt x="6443586" y="1101534"/>
                </a:lnTo>
                <a:lnTo>
                  <a:pt x="6452121" y="1055281"/>
                </a:lnTo>
                <a:lnTo>
                  <a:pt x="6458293" y="1008240"/>
                </a:lnTo>
                <a:lnTo>
                  <a:pt x="6462039" y="960488"/>
                </a:lnTo>
                <a:lnTo>
                  <a:pt x="6463309" y="912075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47624" y="8501064"/>
            <a:ext cx="5336540" cy="97281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6055" marR="5080" indent="-173990">
              <a:lnSpc>
                <a:spcPct val="117300"/>
              </a:lnSpc>
              <a:spcBef>
                <a:spcPts val="90"/>
              </a:spcBef>
            </a:pPr>
            <a:r>
              <a:rPr dirty="0" sz="2650" spc="-45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65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b="1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dirty="0" sz="265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spc="-60" b="1">
                <a:solidFill>
                  <a:srgbClr val="FFFFFF"/>
                </a:solidFill>
                <a:latin typeface="Trebuchet MS"/>
                <a:cs typeface="Trebuchet MS"/>
              </a:rPr>
              <a:t>profitable</a:t>
            </a:r>
            <a:r>
              <a:rPr dirty="0" sz="265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spc="-20" b="1">
                <a:solidFill>
                  <a:srgbClr val="FFFFFF"/>
                </a:solidFill>
                <a:latin typeface="Trebuchet MS"/>
                <a:cs typeface="Trebuchet MS"/>
              </a:rPr>
              <a:t>day</a:t>
            </a:r>
            <a:r>
              <a:rPr dirty="0" sz="265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spc="75" b="1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65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Trebuchet MS"/>
                <a:cs typeface="Trebuchet MS"/>
              </a:rPr>
              <a:t>13/6/25 </a:t>
            </a:r>
            <a:r>
              <a:rPr dirty="0" sz="2650" spc="-45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65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spc="-20" b="1">
                <a:solidFill>
                  <a:srgbClr val="FFFFFF"/>
                </a:solidFill>
                <a:latin typeface="Trebuchet MS"/>
                <a:cs typeface="Trebuchet MS"/>
              </a:rPr>
              <a:t>day</a:t>
            </a:r>
            <a:r>
              <a:rPr dirty="0" sz="265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spc="-105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65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b="1">
                <a:solidFill>
                  <a:srgbClr val="FFFFFF"/>
                </a:solidFill>
                <a:latin typeface="Trebuchet MS"/>
                <a:cs typeface="Trebuchet MS"/>
              </a:rPr>
              <a:t>Israel-</a:t>
            </a:r>
            <a:r>
              <a:rPr dirty="0" sz="2650" spc="-20" b="1">
                <a:solidFill>
                  <a:srgbClr val="FFFFFF"/>
                </a:solidFill>
                <a:latin typeface="Trebuchet MS"/>
                <a:cs typeface="Trebuchet MS"/>
              </a:rPr>
              <a:t>Iran</a:t>
            </a:r>
            <a:r>
              <a:rPr dirty="0" sz="265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spc="-100" b="1">
                <a:solidFill>
                  <a:srgbClr val="FFFFFF"/>
                </a:solidFill>
                <a:latin typeface="Trebuchet MS"/>
                <a:cs typeface="Trebuchet MS"/>
              </a:rPr>
              <a:t>war</a:t>
            </a:r>
            <a:r>
              <a:rPr dirty="0" sz="265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50" spc="-10" b="1">
                <a:solidFill>
                  <a:srgbClr val="FFFFFF"/>
                </a:solidFill>
                <a:latin typeface="Trebuchet MS"/>
                <a:cs typeface="Trebuchet MS"/>
              </a:rPr>
              <a:t>began</a:t>
            </a:r>
            <a:endParaRPr sz="2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82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Classification</a:t>
            </a:r>
            <a:r>
              <a:rPr dirty="0" spc="-310"/>
              <a:t> </a:t>
            </a:r>
            <a:r>
              <a:rPr dirty="0"/>
              <a:t>of</a:t>
            </a:r>
            <a:r>
              <a:rPr dirty="0" spc="-310"/>
              <a:t> </a:t>
            </a:r>
            <a:r>
              <a:rPr dirty="0" spc="-60"/>
              <a:t>employees</a:t>
            </a:r>
            <a:r>
              <a:rPr dirty="0" spc="-305"/>
              <a:t> </a:t>
            </a:r>
            <a:r>
              <a:rPr dirty="0" spc="-75"/>
              <a:t>and</a:t>
            </a:r>
            <a:r>
              <a:rPr dirty="0" spc="-300"/>
              <a:t> </a:t>
            </a:r>
            <a:r>
              <a:rPr dirty="0" spc="-10"/>
              <a:t>customers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733350" y="3645826"/>
            <a:ext cx="11182350" cy="2670810"/>
            <a:chOff x="6733350" y="3645826"/>
            <a:chExt cx="11182350" cy="2670810"/>
          </a:xfrm>
        </p:grpSpPr>
        <p:sp>
          <p:nvSpPr>
            <p:cNvPr id="4" name="object 4" descr=""/>
            <p:cNvSpPr/>
            <p:nvPr/>
          </p:nvSpPr>
          <p:spPr>
            <a:xfrm>
              <a:off x="6742875" y="3655351"/>
              <a:ext cx="2235835" cy="295910"/>
            </a:xfrm>
            <a:custGeom>
              <a:avLst/>
              <a:gdLst/>
              <a:ahLst/>
              <a:cxnLst/>
              <a:rect l="l" t="t" r="r" b="b"/>
              <a:pathLst>
                <a:path w="2235834" h="295910">
                  <a:moveTo>
                    <a:pt x="2235653" y="0"/>
                  </a:moveTo>
                  <a:lnTo>
                    <a:pt x="2235653" y="181555"/>
                  </a:lnTo>
                  <a:lnTo>
                    <a:pt x="2226671" y="226046"/>
                  </a:lnTo>
                  <a:lnTo>
                    <a:pt x="2202175" y="262377"/>
                  </a:lnTo>
                  <a:lnTo>
                    <a:pt x="2165844" y="286873"/>
                  </a:lnTo>
                  <a:lnTo>
                    <a:pt x="2121353" y="295855"/>
                  </a:lnTo>
                  <a:lnTo>
                    <a:pt x="0" y="295855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78528" y="3655351"/>
              <a:ext cx="1298575" cy="299720"/>
            </a:xfrm>
            <a:custGeom>
              <a:avLst/>
              <a:gdLst/>
              <a:ahLst/>
              <a:cxnLst/>
              <a:rect l="l" t="t" r="r" b="b"/>
              <a:pathLst>
                <a:path w="1298575" h="299720">
                  <a:moveTo>
                    <a:pt x="0" y="0"/>
                  </a:moveTo>
                  <a:lnTo>
                    <a:pt x="0" y="185319"/>
                  </a:lnTo>
                  <a:lnTo>
                    <a:pt x="8982" y="229810"/>
                  </a:lnTo>
                  <a:lnTo>
                    <a:pt x="33477" y="266141"/>
                  </a:lnTo>
                  <a:lnTo>
                    <a:pt x="69809" y="290637"/>
                  </a:lnTo>
                  <a:lnTo>
                    <a:pt x="114299" y="299619"/>
                  </a:lnTo>
                  <a:lnTo>
                    <a:pt x="1298410" y="29961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335047" y="5077924"/>
              <a:ext cx="991869" cy="426720"/>
            </a:xfrm>
            <a:custGeom>
              <a:avLst/>
              <a:gdLst/>
              <a:ahLst/>
              <a:cxnLst/>
              <a:rect l="l" t="t" r="r" b="b"/>
              <a:pathLst>
                <a:path w="991869" h="426720">
                  <a:moveTo>
                    <a:pt x="991769" y="0"/>
                  </a:moveTo>
                  <a:lnTo>
                    <a:pt x="991769" y="312403"/>
                  </a:lnTo>
                  <a:lnTo>
                    <a:pt x="982786" y="356894"/>
                  </a:lnTo>
                  <a:lnTo>
                    <a:pt x="958291" y="393225"/>
                  </a:lnTo>
                  <a:lnTo>
                    <a:pt x="921959" y="417721"/>
                  </a:lnTo>
                  <a:lnTo>
                    <a:pt x="877469" y="426703"/>
                  </a:lnTo>
                  <a:lnTo>
                    <a:pt x="0" y="42670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097270" y="5465054"/>
              <a:ext cx="1818005" cy="852169"/>
            </a:xfrm>
            <a:custGeom>
              <a:avLst/>
              <a:gdLst/>
              <a:ahLst/>
              <a:cxnLst/>
              <a:rect l="l" t="t" r="r" b="b"/>
              <a:pathLst>
                <a:path w="1818005" h="852170">
                  <a:moveTo>
                    <a:pt x="1532138" y="851558"/>
                  </a:moveTo>
                  <a:lnTo>
                    <a:pt x="285749" y="851558"/>
                  </a:lnTo>
                  <a:lnTo>
                    <a:pt x="239399" y="847818"/>
                  </a:lnTo>
                  <a:lnTo>
                    <a:pt x="195430" y="836991"/>
                  </a:lnTo>
                  <a:lnTo>
                    <a:pt x="154431" y="819663"/>
                  </a:lnTo>
                  <a:lnTo>
                    <a:pt x="116989" y="796425"/>
                  </a:lnTo>
                  <a:lnTo>
                    <a:pt x="83694" y="767864"/>
                  </a:lnTo>
                  <a:lnTo>
                    <a:pt x="55133" y="734568"/>
                  </a:lnTo>
                  <a:lnTo>
                    <a:pt x="31894" y="697127"/>
                  </a:lnTo>
                  <a:lnTo>
                    <a:pt x="14567" y="656127"/>
                  </a:lnTo>
                  <a:lnTo>
                    <a:pt x="3739" y="612158"/>
                  </a:lnTo>
                  <a:lnTo>
                    <a:pt x="0" y="565808"/>
                  </a:lnTo>
                  <a:lnTo>
                    <a:pt x="0" y="285749"/>
                  </a:lnTo>
                  <a:lnTo>
                    <a:pt x="3739" y="239399"/>
                  </a:lnTo>
                  <a:lnTo>
                    <a:pt x="14567" y="195430"/>
                  </a:lnTo>
                  <a:lnTo>
                    <a:pt x="31894" y="154431"/>
                  </a:lnTo>
                  <a:lnTo>
                    <a:pt x="55133" y="116989"/>
                  </a:lnTo>
                  <a:lnTo>
                    <a:pt x="83694" y="83694"/>
                  </a:lnTo>
                  <a:lnTo>
                    <a:pt x="116989" y="55133"/>
                  </a:lnTo>
                  <a:lnTo>
                    <a:pt x="154431" y="31894"/>
                  </a:lnTo>
                  <a:lnTo>
                    <a:pt x="195430" y="14567"/>
                  </a:lnTo>
                  <a:lnTo>
                    <a:pt x="239399" y="3739"/>
                  </a:lnTo>
                  <a:lnTo>
                    <a:pt x="285749" y="0"/>
                  </a:lnTo>
                  <a:lnTo>
                    <a:pt x="1532138" y="0"/>
                  </a:lnTo>
                  <a:lnTo>
                    <a:pt x="1578488" y="3739"/>
                  </a:lnTo>
                  <a:lnTo>
                    <a:pt x="1622457" y="14567"/>
                  </a:lnTo>
                  <a:lnTo>
                    <a:pt x="1663456" y="31894"/>
                  </a:lnTo>
                  <a:lnTo>
                    <a:pt x="1700898" y="55133"/>
                  </a:lnTo>
                  <a:lnTo>
                    <a:pt x="1734193" y="83694"/>
                  </a:lnTo>
                  <a:lnTo>
                    <a:pt x="1762755" y="116989"/>
                  </a:lnTo>
                  <a:lnTo>
                    <a:pt x="1785993" y="154431"/>
                  </a:lnTo>
                  <a:lnTo>
                    <a:pt x="1803320" y="195430"/>
                  </a:lnTo>
                  <a:lnTo>
                    <a:pt x="1814148" y="239399"/>
                  </a:lnTo>
                  <a:lnTo>
                    <a:pt x="1817888" y="285749"/>
                  </a:lnTo>
                  <a:lnTo>
                    <a:pt x="1817888" y="565808"/>
                  </a:lnTo>
                  <a:lnTo>
                    <a:pt x="1814148" y="612158"/>
                  </a:lnTo>
                  <a:lnTo>
                    <a:pt x="1803320" y="656127"/>
                  </a:lnTo>
                  <a:lnTo>
                    <a:pt x="1785993" y="697127"/>
                  </a:lnTo>
                  <a:lnTo>
                    <a:pt x="1762755" y="734568"/>
                  </a:lnTo>
                  <a:lnTo>
                    <a:pt x="1734193" y="767864"/>
                  </a:lnTo>
                  <a:lnTo>
                    <a:pt x="1700898" y="796425"/>
                  </a:lnTo>
                  <a:lnTo>
                    <a:pt x="1663456" y="819663"/>
                  </a:lnTo>
                  <a:lnTo>
                    <a:pt x="1622457" y="836991"/>
                  </a:lnTo>
                  <a:lnTo>
                    <a:pt x="1578488" y="847818"/>
                  </a:lnTo>
                  <a:lnTo>
                    <a:pt x="1532138" y="851558"/>
                  </a:lnTo>
                  <a:close/>
                </a:path>
              </a:pathLst>
            </a:custGeom>
            <a:solidFill>
              <a:srgbClr val="61A3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6241137" y="5576179"/>
            <a:ext cx="1530350" cy="56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ts val="2130"/>
              </a:lnSpc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without</a:t>
            </a:r>
            <a:r>
              <a:rPr dirty="0" sz="18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18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164527" y="3666795"/>
            <a:ext cx="9076055" cy="1854835"/>
            <a:chOff x="6164527" y="3666795"/>
            <a:chExt cx="9076055" cy="1854835"/>
          </a:xfrm>
        </p:grpSpPr>
        <p:sp>
          <p:nvSpPr>
            <p:cNvPr id="10" name="object 10" descr=""/>
            <p:cNvSpPr/>
            <p:nvPr/>
          </p:nvSpPr>
          <p:spPr>
            <a:xfrm>
              <a:off x="14326816" y="5077924"/>
              <a:ext cx="904240" cy="434340"/>
            </a:xfrm>
            <a:custGeom>
              <a:avLst/>
              <a:gdLst/>
              <a:ahLst/>
              <a:cxnLst/>
              <a:rect l="l" t="t" r="r" b="b"/>
              <a:pathLst>
                <a:path w="904240" h="434339">
                  <a:moveTo>
                    <a:pt x="0" y="0"/>
                  </a:moveTo>
                  <a:lnTo>
                    <a:pt x="0" y="319519"/>
                  </a:lnTo>
                  <a:lnTo>
                    <a:pt x="8982" y="364010"/>
                  </a:lnTo>
                  <a:lnTo>
                    <a:pt x="33477" y="400341"/>
                  </a:lnTo>
                  <a:lnTo>
                    <a:pt x="69809" y="424837"/>
                  </a:lnTo>
                  <a:lnTo>
                    <a:pt x="114299" y="433819"/>
                  </a:lnTo>
                  <a:lnTo>
                    <a:pt x="903678" y="43381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64527" y="3666795"/>
              <a:ext cx="568960" cy="568960"/>
            </a:xfrm>
            <a:custGeom>
              <a:avLst/>
              <a:gdLst/>
              <a:ahLst/>
              <a:cxnLst/>
              <a:rect l="l" t="t" r="r" b="b"/>
              <a:pathLst>
                <a:path w="568959" h="568960">
                  <a:moveTo>
                    <a:pt x="284411" y="568822"/>
                  </a:moveTo>
                  <a:lnTo>
                    <a:pt x="238278" y="565100"/>
                  </a:lnTo>
                  <a:lnTo>
                    <a:pt x="194515" y="554323"/>
                  </a:lnTo>
                  <a:lnTo>
                    <a:pt x="153707" y="537077"/>
                  </a:lnTo>
                  <a:lnTo>
                    <a:pt x="116441" y="513947"/>
                  </a:lnTo>
                  <a:lnTo>
                    <a:pt x="83302" y="485520"/>
                  </a:lnTo>
                  <a:lnTo>
                    <a:pt x="54874" y="452381"/>
                  </a:lnTo>
                  <a:lnTo>
                    <a:pt x="31745" y="415114"/>
                  </a:lnTo>
                  <a:lnTo>
                    <a:pt x="14499" y="374307"/>
                  </a:lnTo>
                  <a:lnTo>
                    <a:pt x="3722" y="330544"/>
                  </a:lnTo>
                  <a:lnTo>
                    <a:pt x="0" y="284411"/>
                  </a:lnTo>
                  <a:lnTo>
                    <a:pt x="3722" y="238278"/>
                  </a:lnTo>
                  <a:lnTo>
                    <a:pt x="14499" y="194515"/>
                  </a:lnTo>
                  <a:lnTo>
                    <a:pt x="31745" y="153708"/>
                  </a:lnTo>
                  <a:lnTo>
                    <a:pt x="54874" y="116441"/>
                  </a:lnTo>
                  <a:lnTo>
                    <a:pt x="83302" y="83302"/>
                  </a:lnTo>
                  <a:lnTo>
                    <a:pt x="116441" y="54874"/>
                  </a:lnTo>
                  <a:lnTo>
                    <a:pt x="153707" y="31745"/>
                  </a:lnTo>
                  <a:lnTo>
                    <a:pt x="194515" y="14499"/>
                  </a:lnTo>
                  <a:lnTo>
                    <a:pt x="238278" y="3722"/>
                  </a:lnTo>
                  <a:lnTo>
                    <a:pt x="284411" y="0"/>
                  </a:lnTo>
                  <a:lnTo>
                    <a:pt x="330544" y="3722"/>
                  </a:lnTo>
                  <a:lnTo>
                    <a:pt x="374307" y="14499"/>
                  </a:lnTo>
                  <a:lnTo>
                    <a:pt x="415114" y="31745"/>
                  </a:lnTo>
                  <a:lnTo>
                    <a:pt x="452381" y="54874"/>
                  </a:lnTo>
                  <a:lnTo>
                    <a:pt x="485520" y="83302"/>
                  </a:lnTo>
                  <a:lnTo>
                    <a:pt x="513948" y="116441"/>
                  </a:lnTo>
                  <a:lnTo>
                    <a:pt x="537077" y="153708"/>
                  </a:lnTo>
                  <a:lnTo>
                    <a:pt x="554323" y="194515"/>
                  </a:lnTo>
                  <a:lnTo>
                    <a:pt x="565100" y="238278"/>
                  </a:lnTo>
                  <a:lnTo>
                    <a:pt x="568823" y="284411"/>
                  </a:lnTo>
                  <a:lnTo>
                    <a:pt x="565100" y="330544"/>
                  </a:lnTo>
                  <a:lnTo>
                    <a:pt x="554323" y="374307"/>
                  </a:lnTo>
                  <a:lnTo>
                    <a:pt x="537077" y="415114"/>
                  </a:lnTo>
                  <a:lnTo>
                    <a:pt x="513948" y="452381"/>
                  </a:lnTo>
                  <a:lnTo>
                    <a:pt x="485520" y="485520"/>
                  </a:lnTo>
                  <a:lnTo>
                    <a:pt x="452381" y="513947"/>
                  </a:lnTo>
                  <a:lnTo>
                    <a:pt x="415114" y="537077"/>
                  </a:lnTo>
                  <a:lnTo>
                    <a:pt x="374307" y="554323"/>
                  </a:lnTo>
                  <a:lnTo>
                    <a:pt x="330544" y="565100"/>
                  </a:lnTo>
                  <a:lnTo>
                    <a:pt x="284411" y="568822"/>
                  </a:lnTo>
                  <a:close/>
                </a:path>
              </a:pathLst>
            </a:custGeom>
            <a:solidFill>
              <a:srgbClr val="D5FD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268508" y="3797256"/>
            <a:ext cx="36068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10">
                <a:latin typeface="Arial MT"/>
                <a:cs typeface="Arial MT"/>
              </a:rPr>
              <a:t>YES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286465" y="3670559"/>
            <a:ext cx="568960" cy="568960"/>
          </a:xfrm>
          <a:custGeom>
            <a:avLst/>
            <a:gdLst/>
            <a:ahLst/>
            <a:cxnLst/>
            <a:rect l="l" t="t" r="r" b="b"/>
            <a:pathLst>
              <a:path w="568959" h="568960">
                <a:moveTo>
                  <a:pt x="284411" y="568822"/>
                </a:moveTo>
                <a:lnTo>
                  <a:pt x="238278" y="565100"/>
                </a:lnTo>
                <a:lnTo>
                  <a:pt x="194515" y="554323"/>
                </a:lnTo>
                <a:lnTo>
                  <a:pt x="153707" y="537077"/>
                </a:lnTo>
                <a:lnTo>
                  <a:pt x="116441" y="513947"/>
                </a:lnTo>
                <a:lnTo>
                  <a:pt x="83302" y="485520"/>
                </a:lnTo>
                <a:lnTo>
                  <a:pt x="54874" y="452381"/>
                </a:lnTo>
                <a:lnTo>
                  <a:pt x="31745" y="415114"/>
                </a:lnTo>
                <a:lnTo>
                  <a:pt x="14499" y="374307"/>
                </a:lnTo>
                <a:lnTo>
                  <a:pt x="3722" y="330544"/>
                </a:lnTo>
                <a:lnTo>
                  <a:pt x="0" y="284411"/>
                </a:lnTo>
                <a:lnTo>
                  <a:pt x="3722" y="238278"/>
                </a:lnTo>
                <a:lnTo>
                  <a:pt x="14499" y="194515"/>
                </a:lnTo>
                <a:lnTo>
                  <a:pt x="31745" y="153708"/>
                </a:lnTo>
                <a:lnTo>
                  <a:pt x="54874" y="116441"/>
                </a:lnTo>
                <a:lnTo>
                  <a:pt x="83302" y="83302"/>
                </a:lnTo>
                <a:lnTo>
                  <a:pt x="116441" y="54874"/>
                </a:lnTo>
                <a:lnTo>
                  <a:pt x="153707" y="31745"/>
                </a:lnTo>
                <a:lnTo>
                  <a:pt x="194515" y="14499"/>
                </a:lnTo>
                <a:lnTo>
                  <a:pt x="238278" y="3722"/>
                </a:lnTo>
                <a:lnTo>
                  <a:pt x="284411" y="0"/>
                </a:lnTo>
                <a:lnTo>
                  <a:pt x="330544" y="3722"/>
                </a:lnTo>
                <a:lnTo>
                  <a:pt x="374307" y="14499"/>
                </a:lnTo>
                <a:lnTo>
                  <a:pt x="415114" y="31745"/>
                </a:lnTo>
                <a:lnTo>
                  <a:pt x="452381" y="54874"/>
                </a:lnTo>
                <a:lnTo>
                  <a:pt x="485520" y="83302"/>
                </a:lnTo>
                <a:lnTo>
                  <a:pt x="513948" y="116441"/>
                </a:lnTo>
                <a:lnTo>
                  <a:pt x="537077" y="153708"/>
                </a:lnTo>
                <a:lnTo>
                  <a:pt x="554323" y="194515"/>
                </a:lnTo>
                <a:lnTo>
                  <a:pt x="565100" y="238278"/>
                </a:lnTo>
                <a:lnTo>
                  <a:pt x="568823" y="284411"/>
                </a:lnTo>
                <a:lnTo>
                  <a:pt x="565100" y="330544"/>
                </a:lnTo>
                <a:lnTo>
                  <a:pt x="554323" y="374307"/>
                </a:lnTo>
                <a:lnTo>
                  <a:pt x="537077" y="415114"/>
                </a:lnTo>
                <a:lnTo>
                  <a:pt x="513948" y="452381"/>
                </a:lnTo>
                <a:lnTo>
                  <a:pt x="485520" y="485520"/>
                </a:lnTo>
                <a:lnTo>
                  <a:pt x="452381" y="513947"/>
                </a:lnTo>
                <a:lnTo>
                  <a:pt x="415114" y="537077"/>
                </a:lnTo>
                <a:lnTo>
                  <a:pt x="374307" y="554323"/>
                </a:lnTo>
                <a:lnTo>
                  <a:pt x="330544" y="565100"/>
                </a:lnTo>
                <a:lnTo>
                  <a:pt x="284411" y="568822"/>
                </a:lnTo>
                <a:close/>
              </a:path>
            </a:pathLst>
          </a:custGeom>
          <a:solidFill>
            <a:srgbClr val="FFCC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0440600" y="3814259"/>
            <a:ext cx="260350" cy="2266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00" spc="-25">
                <a:latin typeface="Arial MT"/>
                <a:cs typeface="Arial MT"/>
              </a:rPr>
              <a:t>NO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471584" y="3941681"/>
            <a:ext cx="11748135" cy="1126490"/>
            <a:chOff x="3471584" y="3941681"/>
            <a:chExt cx="11748135" cy="1126490"/>
          </a:xfrm>
        </p:grpSpPr>
        <p:sp>
          <p:nvSpPr>
            <p:cNvPr id="16" name="object 16" descr=""/>
            <p:cNvSpPr/>
            <p:nvPr/>
          </p:nvSpPr>
          <p:spPr>
            <a:xfrm>
              <a:off x="3481109" y="3951206"/>
              <a:ext cx="2673985" cy="437515"/>
            </a:xfrm>
            <a:custGeom>
              <a:avLst/>
              <a:gdLst/>
              <a:ahLst/>
              <a:cxnLst/>
              <a:rect l="l" t="t" r="r" b="b"/>
              <a:pathLst>
                <a:path w="2673985" h="437514">
                  <a:moveTo>
                    <a:pt x="2673893" y="0"/>
                  </a:moveTo>
                  <a:lnTo>
                    <a:pt x="114299" y="0"/>
                  </a:ln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0" y="43732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864812" y="3954971"/>
              <a:ext cx="3473450" cy="433705"/>
            </a:xfrm>
            <a:custGeom>
              <a:avLst/>
              <a:gdLst/>
              <a:ahLst/>
              <a:cxnLst/>
              <a:rect l="l" t="t" r="r" b="b"/>
              <a:pathLst>
                <a:path w="3473450" h="433704">
                  <a:moveTo>
                    <a:pt x="0" y="0"/>
                  </a:moveTo>
                  <a:lnTo>
                    <a:pt x="3358751" y="0"/>
                  </a:lnTo>
                  <a:lnTo>
                    <a:pt x="3403241" y="8982"/>
                  </a:lnTo>
                  <a:lnTo>
                    <a:pt x="3439573" y="33477"/>
                  </a:lnTo>
                  <a:lnTo>
                    <a:pt x="3464068" y="69809"/>
                  </a:lnTo>
                  <a:lnTo>
                    <a:pt x="3473051" y="114299"/>
                  </a:lnTo>
                  <a:lnTo>
                    <a:pt x="3473051" y="43356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434142" y="4199888"/>
              <a:ext cx="1785620" cy="868044"/>
            </a:xfrm>
            <a:custGeom>
              <a:avLst/>
              <a:gdLst/>
              <a:ahLst/>
              <a:cxnLst/>
              <a:rect l="l" t="t" r="r" b="b"/>
              <a:pathLst>
                <a:path w="1785619" h="868045">
                  <a:moveTo>
                    <a:pt x="915366" y="867801"/>
                  </a:moveTo>
                  <a:lnTo>
                    <a:pt x="869983" y="867801"/>
                  </a:lnTo>
                  <a:lnTo>
                    <a:pt x="824873" y="862123"/>
                  </a:lnTo>
                  <a:lnTo>
                    <a:pt x="780582" y="850768"/>
                  </a:lnTo>
                  <a:lnTo>
                    <a:pt x="737655" y="833734"/>
                  </a:lnTo>
                  <a:lnTo>
                    <a:pt x="46400" y="507141"/>
                  </a:lnTo>
                  <a:lnTo>
                    <a:pt x="12575" y="477251"/>
                  </a:lnTo>
                  <a:lnTo>
                    <a:pt x="0" y="433900"/>
                  </a:lnTo>
                  <a:lnTo>
                    <a:pt x="3265" y="411120"/>
                  </a:lnTo>
                  <a:lnTo>
                    <a:pt x="27197" y="373344"/>
                  </a:lnTo>
                  <a:lnTo>
                    <a:pt x="737655" y="34067"/>
                  </a:lnTo>
                  <a:lnTo>
                    <a:pt x="780582" y="17033"/>
                  </a:lnTo>
                  <a:lnTo>
                    <a:pt x="824873" y="5677"/>
                  </a:lnTo>
                  <a:lnTo>
                    <a:pt x="869983" y="0"/>
                  </a:lnTo>
                  <a:lnTo>
                    <a:pt x="915366" y="0"/>
                  </a:lnTo>
                  <a:lnTo>
                    <a:pt x="960475" y="5677"/>
                  </a:lnTo>
                  <a:lnTo>
                    <a:pt x="1004766" y="17033"/>
                  </a:lnTo>
                  <a:lnTo>
                    <a:pt x="1047693" y="34067"/>
                  </a:lnTo>
                  <a:lnTo>
                    <a:pt x="1738950" y="360660"/>
                  </a:lnTo>
                  <a:lnTo>
                    <a:pt x="1772774" y="390550"/>
                  </a:lnTo>
                  <a:lnTo>
                    <a:pt x="1785351" y="433900"/>
                  </a:lnTo>
                  <a:lnTo>
                    <a:pt x="1782084" y="456681"/>
                  </a:lnTo>
                  <a:lnTo>
                    <a:pt x="1758152" y="494457"/>
                  </a:lnTo>
                  <a:lnTo>
                    <a:pt x="1047693" y="833734"/>
                  </a:lnTo>
                  <a:lnTo>
                    <a:pt x="1004766" y="850768"/>
                  </a:lnTo>
                  <a:lnTo>
                    <a:pt x="960475" y="862123"/>
                  </a:lnTo>
                  <a:lnTo>
                    <a:pt x="915366" y="867801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3754096" y="4364137"/>
            <a:ext cx="1145540" cy="50736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304800" marR="5080" indent="-292735">
              <a:lnSpc>
                <a:spcPts val="1880"/>
              </a:lnSpc>
              <a:spcBef>
                <a:spcPts val="195"/>
              </a:spcBef>
            </a:pP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dirty="0" sz="16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6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app </a:t>
            </a:r>
            <a:r>
              <a:rPr dirty="0" sz="1600" spc="-10">
                <a:solidFill>
                  <a:srgbClr val="FFFFFF"/>
                </a:solidFill>
                <a:latin typeface="Arial MT"/>
                <a:cs typeface="Arial MT"/>
              </a:rPr>
              <a:t>used?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2265090" y="5220000"/>
            <a:ext cx="1060450" cy="784860"/>
            <a:chOff x="12265090" y="5220000"/>
            <a:chExt cx="1060450" cy="784860"/>
          </a:xfrm>
        </p:grpSpPr>
        <p:sp>
          <p:nvSpPr>
            <p:cNvPr id="21" name="object 21" descr=""/>
            <p:cNvSpPr/>
            <p:nvPr/>
          </p:nvSpPr>
          <p:spPr>
            <a:xfrm>
              <a:off x="12274615" y="5513936"/>
              <a:ext cx="954405" cy="481330"/>
            </a:xfrm>
            <a:custGeom>
              <a:avLst/>
              <a:gdLst/>
              <a:ahLst/>
              <a:cxnLst/>
              <a:rect l="l" t="t" r="r" b="b"/>
              <a:pathLst>
                <a:path w="954405" h="481329">
                  <a:moveTo>
                    <a:pt x="953861" y="0"/>
                  </a:moveTo>
                  <a:lnTo>
                    <a:pt x="591230" y="0"/>
                  </a:lnTo>
                  <a:lnTo>
                    <a:pt x="546739" y="8982"/>
                  </a:lnTo>
                  <a:lnTo>
                    <a:pt x="510408" y="33477"/>
                  </a:lnTo>
                  <a:lnTo>
                    <a:pt x="485912" y="69809"/>
                  </a:lnTo>
                  <a:lnTo>
                    <a:pt x="476930" y="114299"/>
                  </a:lnTo>
                  <a:lnTo>
                    <a:pt x="476930" y="367033"/>
                  </a:lnTo>
                  <a:lnTo>
                    <a:pt x="467948" y="411524"/>
                  </a:lnTo>
                  <a:lnTo>
                    <a:pt x="443452" y="447855"/>
                  </a:lnTo>
                  <a:lnTo>
                    <a:pt x="407121" y="472351"/>
                  </a:lnTo>
                  <a:lnTo>
                    <a:pt x="362630" y="481333"/>
                  </a:lnTo>
                  <a:lnTo>
                    <a:pt x="0" y="48133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756268" y="522000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4" h="569595">
                  <a:moveTo>
                    <a:pt x="284628" y="569255"/>
                  </a:moveTo>
                  <a:lnTo>
                    <a:pt x="238459" y="565530"/>
                  </a:lnTo>
                  <a:lnTo>
                    <a:pt x="194663" y="554745"/>
                  </a:lnTo>
                  <a:lnTo>
                    <a:pt x="153825" y="537486"/>
                  </a:lnTo>
                  <a:lnTo>
                    <a:pt x="116530" y="514339"/>
                  </a:lnTo>
                  <a:lnTo>
                    <a:pt x="83365" y="485890"/>
                  </a:lnTo>
                  <a:lnTo>
                    <a:pt x="54916" y="452725"/>
                  </a:lnTo>
                  <a:lnTo>
                    <a:pt x="31769" y="415430"/>
                  </a:lnTo>
                  <a:lnTo>
                    <a:pt x="14510" y="374592"/>
                  </a:lnTo>
                  <a:lnTo>
                    <a:pt x="3725" y="330796"/>
                  </a:lnTo>
                  <a:lnTo>
                    <a:pt x="0" y="284628"/>
                  </a:lnTo>
                  <a:lnTo>
                    <a:pt x="3725" y="238459"/>
                  </a:lnTo>
                  <a:lnTo>
                    <a:pt x="14510" y="194663"/>
                  </a:lnTo>
                  <a:lnTo>
                    <a:pt x="31769" y="153825"/>
                  </a:lnTo>
                  <a:lnTo>
                    <a:pt x="54916" y="116530"/>
                  </a:lnTo>
                  <a:lnTo>
                    <a:pt x="83365" y="83365"/>
                  </a:lnTo>
                  <a:lnTo>
                    <a:pt x="116530" y="54916"/>
                  </a:lnTo>
                  <a:lnTo>
                    <a:pt x="153825" y="31769"/>
                  </a:lnTo>
                  <a:lnTo>
                    <a:pt x="194663" y="14510"/>
                  </a:lnTo>
                  <a:lnTo>
                    <a:pt x="238459" y="3725"/>
                  </a:lnTo>
                  <a:lnTo>
                    <a:pt x="284628" y="0"/>
                  </a:lnTo>
                  <a:lnTo>
                    <a:pt x="330795" y="3725"/>
                  </a:lnTo>
                  <a:lnTo>
                    <a:pt x="374592" y="14510"/>
                  </a:lnTo>
                  <a:lnTo>
                    <a:pt x="415430" y="31769"/>
                  </a:lnTo>
                  <a:lnTo>
                    <a:pt x="452725" y="54916"/>
                  </a:lnTo>
                  <a:lnTo>
                    <a:pt x="485890" y="83365"/>
                  </a:lnTo>
                  <a:lnTo>
                    <a:pt x="514338" y="116530"/>
                  </a:lnTo>
                  <a:lnTo>
                    <a:pt x="537486" y="153825"/>
                  </a:lnTo>
                  <a:lnTo>
                    <a:pt x="554745" y="194663"/>
                  </a:lnTo>
                  <a:lnTo>
                    <a:pt x="565530" y="238459"/>
                  </a:lnTo>
                  <a:lnTo>
                    <a:pt x="569255" y="284628"/>
                  </a:lnTo>
                  <a:lnTo>
                    <a:pt x="565530" y="330796"/>
                  </a:lnTo>
                  <a:lnTo>
                    <a:pt x="554745" y="374592"/>
                  </a:lnTo>
                  <a:lnTo>
                    <a:pt x="537486" y="415430"/>
                  </a:lnTo>
                  <a:lnTo>
                    <a:pt x="514338" y="452725"/>
                  </a:lnTo>
                  <a:lnTo>
                    <a:pt x="485890" y="485890"/>
                  </a:lnTo>
                  <a:lnTo>
                    <a:pt x="452725" y="514339"/>
                  </a:lnTo>
                  <a:lnTo>
                    <a:pt x="415430" y="537486"/>
                  </a:lnTo>
                  <a:lnTo>
                    <a:pt x="374592" y="554745"/>
                  </a:lnTo>
                  <a:lnTo>
                    <a:pt x="330795" y="565530"/>
                  </a:lnTo>
                  <a:lnTo>
                    <a:pt x="284628" y="569255"/>
                  </a:lnTo>
                  <a:close/>
                </a:path>
              </a:pathLst>
            </a:custGeom>
            <a:solidFill>
              <a:srgbClr val="D5FD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2860397" y="5350461"/>
            <a:ext cx="36068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10">
                <a:latin typeface="Arial MT"/>
                <a:cs typeface="Arial MT"/>
              </a:rPr>
              <a:t>YES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7477659" y="1615288"/>
            <a:ext cx="3002280" cy="2030730"/>
          </a:xfrm>
          <a:custGeom>
            <a:avLst/>
            <a:gdLst/>
            <a:ahLst/>
            <a:cxnLst/>
            <a:rect l="l" t="t" r="r" b="b"/>
            <a:pathLst>
              <a:path w="3002279" h="2030729">
                <a:moveTo>
                  <a:pt x="1500869" y="2030538"/>
                </a:moveTo>
                <a:lnTo>
                  <a:pt x="1451447" y="2025725"/>
                </a:lnTo>
                <a:lnTo>
                  <a:pt x="1403488" y="2011286"/>
                </a:lnTo>
                <a:lnTo>
                  <a:pt x="1358457" y="1987221"/>
                </a:lnTo>
                <a:lnTo>
                  <a:pt x="50935" y="1110734"/>
                </a:lnTo>
                <a:lnTo>
                  <a:pt x="13530" y="1069370"/>
                </a:lnTo>
                <a:lnTo>
                  <a:pt x="0" y="1015269"/>
                </a:lnTo>
                <a:lnTo>
                  <a:pt x="3482" y="987185"/>
                </a:lnTo>
                <a:lnTo>
                  <a:pt x="29547" y="938333"/>
                </a:lnTo>
                <a:lnTo>
                  <a:pt x="1358457" y="43316"/>
                </a:lnTo>
                <a:lnTo>
                  <a:pt x="1403488" y="19251"/>
                </a:lnTo>
                <a:lnTo>
                  <a:pt x="1451447" y="4812"/>
                </a:lnTo>
                <a:lnTo>
                  <a:pt x="1500869" y="0"/>
                </a:lnTo>
                <a:lnTo>
                  <a:pt x="1550292" y="4812"/>
                </a:lnTo>
                <a:lnTo>
                  <a:pt x="1598251" y="19251"/>
                </a:lnTo>
                <a:lnTo>
                  <a:pt x="1643282" y="43316"/>
                </a:lnTo>
                <a:lnTo>
                  <a:pt x="2950803" y="919803"/>
                </a:lnTo>
                <a:lnTo>
                  <a:pt x="2988209" y="961166"/>
                </a:lnTo>
                <a:lnTo>
                  <a:pt x="3001739" y="1015269"/>
                </a:lnTo>
                <a:lnTo>
                  <a:pt x="2998257" y="1043352"/>
                </a:lnTo>
                <a:lnTo>
                  <a:pt x="2972191" y="1092204"/>
                </a:lnTo>
                <a:lnTo>
                  <a:pt x="1643282" y="1987221"/>
                </a:lnTo>
                <a:lnTo>
                  <a:pt x="1598251" y="2011286"/>
                </a:lnTo>
                <a:lnTo>
                  <a:pt x="1550292" y="2025725"/>
                </a:lnTo>
                <a:lnTo>
                  <a:pt x="1500869" y="203053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8026837" y="2046025"/>
            <a:ext cx="1903095" cy="109982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ctr" marL="71755" marR="63500">
              <a:lnSpc>
                <a:spcPts val="2100"/>
              </a:lnSpc>
              <a:spcBef>
                <a:spcPts val="215"/>
              </a:spcBef>
            </a:pPr>
            <a:r>
              <a:rPr dirty="0" sz="1800" spc="-65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r>
              <a:rPr dirty="0" sz="1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dirty="0" sz="18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hours</a:t>
            </a:r>
            <a:r>
              <a:rPr dirty="0" sz="18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on average</a:t>
            </a:r>
            <a:r>
              <a:rPr dirty="0" sz="1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per</a:t>
            </a:r>
            <a:r>
              <a:rPr dirty="0" sz="1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day</a:t>
            </a:r>
            <a:r>
              <a:rPr dirty="0" sz="180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190">
                <a:solidFill>
                  <a:srgbClr val="FFFFFF"/>
                </a:solidFill>
                <a:latin typeface="Arial MT"/>
                <a:cs typeface="Arial MT"/>
              </a:rPr>
              <a:t>/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presence</a:t>
            </a:r>
            <a:r>
              <a:rPr dirty="0" sz="1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ts val="2039"/>
              </a:lnSpc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?operational</a:t>
            </a:r>
            <a:r>
              <a:rPr dirty="0" sz="18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areas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1453772" y="6650487"/>
            <a:ext cx="1378585" cy="813435"/>
            <a:chOff x="11453772" y="6650487"/>
            <a:chExt cx="1378585" cy="813435"/>
          </a:xfrm>
        </p:grpSpPr>
        <p:sp>
          <p:nvSpPr>
            <p:cNvPr id="27" name="object 27" descr=""/>
            <p:cNvSpPr/>
            <p:nvPr/>
          </p:nvSpPr>
          <p:spPr>
            <a:xfrm>
              <a:off x="11547422" y="6660012"/>
              <a:ext cx="1275080" cy="576580"/>
            </a:xfrm>
            <a:custGeom>
              <a:avLst/>
              <a:gdLst/>
              <a:ahLst/>
              <a:cxnLst/>
              <a:rect l="l" t="t" r="r" b="b"/>
              <a:pathLst>
                <a:path w="1275079" h="576579">
                  <a:moveTo>
                    <a:pt x="0" y="0"/>
                  </a:moveTo>
                  <a:lnTo>
                    <a:pt x="0" y="461853"/>
                  </a:lnTo>
                  <a:lnTo>
                    <a:pt x="8982" y="506344"/>
                  </a:lnTo>
                  <a:lnTo>
                    <a:pt x="33477" y="542676"/>
                  </a:lnTo>
                  <a:lnTo>
                    <a:pt x="69809" y="567171"/>
                  </a:lnTo>
                  <a:lnTo>
                    <a:pt x="114299" y="576153"/>
                  </a:lnTo>
                  <a:lnTo>
                    <a:pt x="1274886" y="576153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1453772" y="6894580"/>
              <a:ext cx="568960" cy="568960"/>
            </a:xfrm>
            <a:custGeom>
              <a:avLst/>
              <a:gdLst/>
              <a:ahLst/>
              <a:cxnLst/>
              <a:rect l="l" t="t" r="r" b="b"/>
              <a:pathLst>
                <a:path w="568959" h="568959">
                  <a:moveTo>
                    <a:pt x="284411" y="568823"/>
                  </a:moveTo>
                  <a:lnTo>
                    <a:pt x="238278" y="565100"/>
                  </a:lnTo>
                  <a:lnTo>
                    <a:pt x="194515" y="554323"/>
                  </a:lnTo>
                  <a:lnTo>
                    <a:pt x="153707" y="537077"/>
                  </a:lnTo>
                  <a:lnTo>
                    <a:pt x="116441" y="513948"/>
                  </a:lnTo>
                  <a:lnTo>
                    <a:pt x="83302" y="485520"/>
                  </a:lnTo>
                  <a:lnTo>
                    <a:pt x="54874" y="452381"/>
                  </a:lnTo>
                  <a:lnTo>
                    <a:pt x="31745" y="415114"/>
                  </a:lnTo>
                  <a:lnTo>
                    <a:pt x="14499" y="374307"/>
                  </a:lnTo>
                  <a:lnTo>
                    <a:pt x="3722" y="330544"/>
                  </a:lnTo>
                  <a:lnTo>
                    <a:pt x="0" y="284411"/>
                  </a:lnTo>
                  <a:lnTo>
                    <a:pt x="3722" y="238278"/>
                  </a:lnTo>
                  <a:lnTo>
                    <a:pt x="14499" y="194515"/>
                  </a:lnTo>
                  <a:lnTo>
                    <a:pt x="31745" y="153707"/>
                  </a:lnTo>
                  <a:lnTo>
                    <a:pt x="54874" y="116441"/>
                  </a:lnTo>
                  <a:lnTo>
                    <a:pt x="83302" y="83302"/>
                  </a:lnTo>
                  <a:lnTo>
                    <a:pt x="116441" y="54874"/>
                  </a:lnTo>
                  <a:lnTo>
                    <a:pt x="153707" y="31745"/>
                  </a:lnTo>
                  <a:lnTo>
                    <a:pt x="194515" y="14499"/>
                  </a:lnTo>
                  <a:lnTo>
                    <a:pt x="238278" y="3722"/>
                  </a:lnTo>
                  <a:lnTo>
                    <a:pt x="284411" y="0"/>
                  </a:lnTo>
                  <a:lnTo>
                    <a:pt x="330544" y="3722"/>
                  </a:lnTo>
                  <a:lnTo>
                    <a:pt x="374307" y="14499"/>
                  </a:lnTo>
                  <a:lnTo>
                    <a:pt x="415114" y="31745"/>
                  </a:lnTo>
                  <a:lnTo>
                    <a:pt x="452381" y="54874"/>
                  </a:lnTo>
                  <a:lnTo>
                    <a:pt x="485520" y="83302"/>
                  </a:lnTo>
                  <a:lnTo>
                    <a:pt x="513948" y="116441"/>
                  </a:lnTo>
                  <a:lnTo>
                    <a:pt x="537077" y="153707"/>
                  </a:lnTo>
                  <a:lnTo>
                    <a:pt x="554323" y="194515"/>
                  </a:lnTo>
                  <a:lnTo>
                    <a:pt x="565100" y="238278"/>
                  </a:lnTo>
                  <a:lnTo>
                    <a:pt x="568823" y="284411"/>
                  </a:lnTo>
                  <a:lnTo>
                    <a:pt x="565100" y="330544"/>
                  </a:lnTo>
                  <a:lnTo>
                    <a:pt x="554323" y="374307"/>
                  </a:lnTo>
                  <a:lnTo>
                    <a:pt x="537077" y="415114"/>
                  </a:lnTo>
                  <a:lnTo>
                    <a:pt x="513948" y="452381"/>
                  </a:lnTo>
                  <a:lnTo>
                    <a:pt x="485520" y="485520"/>
                  </a:lnTo>
                  <a:lnTo>
                    <a:pt x="452381" y="513948"/>
                  </a:lnTo>
                  <a:lnTo>
                    <a:pt x="415114" y="537077"/>
                  </a:lnTo>
                  <a:lnTo>
                    <a:pt x="374307" y="554323"/>
                  </a:lnTo>
                  <a:lnTo>
                    <a:pt x="330544" y="565100"/>
                  </a:lnTo>
                  <a:lnTo>
                    <a:pt x="284411" y="568823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11607909" y="7038281"/>
            <a:ext cx="260350" cy="2266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00" spc="-25">
                <a:latin typeface="Arial MT"/>
                <a:cs typeface="Arial MT"/>
              </a:rPr>
              <a:t>NO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2751547" y="6743033"/>
            <a:ext cx="1649730" cy="923925"/>
          </a:xfrm>
          <a:custGeom>
            <a:avLst/>
            <a:gdLst/>
            <a:ahLst/>
            <a:cxnLst/>
            <a:rect l="l" t="t" r="r" b="b"/>
            <a:pathLst>
              <a:path w="1649730" h="923925">
                <a:moveTo>
                  <a:pt x="1364072" y="923922"/>
                </a:moveTo>
                <a:lnTo>
                  <a:pt x="285750" y="923922"/>
                </a:lnTo>
                <a:lnTo>
                  <a:pt x="239399" y="920182"/>
                </a:lnTo>
                <a:lnTo>
                  <a:pt x="195430" y="909355"/>
                </a:lnTo>
                <a:lnTo>
                  <a:pt x="154431" y="892028"/>
                </a:lnTo>
                <a:lnTo>
                  <a:pt x="116989" y="868789"/>
                </a:lnTo>
                <a:lnTo>
                  <a:pt x="83694" y="840228"/>
                </a:lnTo>
                <a:lnTo>
                  <a:pt x="55133" y="806933"/>
                </a:lnTo>
                <a:lnTo>
                  <a:pt x="31895" y="769491"/>
                </a:lnTo>
                <a:lnTo>
                  <a:pt x="14567" y="728491"/>
                </a:lnTo>
                <a:lnTo>
                  <a:pt x="3740" y="684523"/>
                </a:lnTo>
                <a:lnTo>
                  <a:pt x="0" y="638172"/>
                </a:lnTo>
                <a:lnTo>
                  <a:pt x="0" y="285750"/>
                </a:lnTo>
                <a:lnTo>
                  <a:pt x="3740" y="239400"/>
                </a:lnTo>
                <a:lnTo>
                  <a:pt x="14567" y="195431"/>
                </a:lnTo>
                <a:lnTo>
                  <a:pt x="31895" y="154431"/>
                </a:lnTo>
                <a:lnTo>
                  <a:pt x="55133" y="116990"/>
                </a:lnTo>
                <a:lnTo>
                  <a:pt x="83694" y="83694"/>
                </a:lnTo>
                <a:lnTo>
                  <a:pt x="116989" y="55133"/>
                </a:lnTo>
                <a:lnTo>
                  <a:pt x="154431" y="31895"/>
                </a:lnTo>
                <a:lnTo>
                  <a:pt x="195430" y="14567"/>
                </a:lnTo>
                <a:lnTo>
                  <a:pt x="239399" y="3740"/>
                </a:lnTo>
                <a:lnTo>
                  <a:pt x="285750" y="0"/>
                </a:lnTo>
                <a:lnTo>
                  <a:pt x="1364072" y="0"/>
                </a:lnTo>
                <a:lnTo>
                  <a:pt x="1410422" y="3740"/>
                </a:lnTo>
                <a:lnTo>
                  <a:pt x="1454391" y="14567"/>
                </a:lnTo>
                <a:lnTo>
                  <a:pt x="1495390" y="31895"/>
                </a:lnTo>
                <a:lnTo>
                  <a:pt x="1532832" y="55133"/>
                </a:lnTo>
                <a:lnTo>
                  <a:pt x="1566127" y="83694"/>
                </a:lnTo>
                <a:lnTo>
                  <a:pt x="1594689" y="116990"/>
                </a:lnTo>
                <a:lnTo>
                  <a:pt x="1617927" y="154431"/>
                </a:lnTo>
                <a:lnTo>
                  <a:pt x="1635254" y="195431"/>
                </a:lnTo>
                <a:lnTo>
                  <a:pt x="1646082" y="239400"/>
                </a:lnTo>
                <a:lnTo>
                  <a:pt x="1649345" y="279844"/>
                </a:lnTo>
                <a:lnTo>
                  <a:pt x="1649345" y="644078"/>
                </a:lnTo>
                <a:lnTo>
                  <a:pt x="1646082" y="684523"/>
                </a:lnTo>
                <a:lnTo>
                  <a:pt x="1635254" y="728491"/>
                </a:lnTo>
                <a:lnTo>
                  <a:pt x="1617927" y="769491"/>
                </a:lnTo>
                <a:lnTo>
                  <a:pt x="1594689" y="806933"/>
                </a:lnTo>
                <a:lnTo>
                  <a:pt x="1566127" y="840228"/>
                </a:lnTo>
                <a:lnTo>
                  <a:pt x="1532832" y="868789"/>
                </a:lnTo>
                <a:lnTo>
                  <a:pt x="1495390" y="892028"/>
                </a:lnTo>
                <a:lnTo>
                  <a:pt x="1454391" y="909355"/>
                </a:lnTo>
                <a:lnTo>
                  <a:pt x="1410422" y="920182"/>
                </a:lnTo>
                <a:lnTo>
                  <a:pt x="1364072" y="92392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3007630" y="6882734"/>
            <a:ext cx="1137920" cy="56642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69850" marR="5080" indent="-57785">
              <a:lnSpc>
                <a:spcPts val="2100"/>
              </a:lnSpc>
              <a:spcBef>
                <a:spcPts val="219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dirty="0" sz="18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 MT"/>
                <a:cs typeface="Arial MT"/>
              </a:rPr>
              <a:t>Paying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4759286" y="5208477"/>
            <a:ext cx="1338580" cy="578485"/>
            <a:chOff x="14759286" y="5208477"/>
            <a:chExt cx="1338580" cy="578485"/>
          </a:xfrm>
        </p:grpSpPr>
        <p:sp>
          <p:nvSpPr>
            <p:cNvPr id="33" name="object 33" descr=""/>
            <p:cNvSpPr/>
            <p:nvPr/>
          </p:nvSpPr>
          <p:spPr>
            <a:xfrm>
              <a:off x="15184066" y="5510321"/>
              <a:ext cx="904240" cy="267335"/>
            </a:xfrm>
            <a:custGeom>
              <a:avLst/>
              <a:gdLst/>
              <a:ahLst/>
              <a:cxnLst/>
              <a:rect l="l" t="t" r="r" b="b"/>
              <a:pathLst>
                <a:path w="904240" h="267335">
                  <a:moveTo>
                    <a:pt x="0" y="0"/>
                  </a:moveTo>
                  <a:lnTo>
                    <a:pt x="0" y="152679"/>
                  </a:lnTo>
                  <a:lnTo>
                    <a:pt x="8982" y="197169"/>
                  </a:lnTo>
                  <a:lnTo>
                    <a:pt x="33477" y="233501"/>
                  </a:lnTo>
                  <a:lnTo>
                    <a:pt x="69809" y="257996"/>
                  </a:lnTo>
                  <a:lnTo>
                    <a:pt x="114299" y="266979"/>
                  </a:lnTo>
                  <a:lnTo>
                    <a:pt x="903678" y="26697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4759286" y="5208477"/>
              <a:ext cx="568960" cy="568960"/>
            </a:xfrm>
            <a:custGeom>
              <a:avLst/>
              <a:gdLst/>
              <a:ahLst/>
              <a:cxnLst/>
              <a:rect l="l" t="t" r="r" b="b"/>
              <a:pathLst>
                <a:path w="568959" h="568960">
                  <a:moveTo>
                    <a:pt x="284412" y="568822"/>
                  </a:moveTo>
                  <a:lnTo>
                    <a:pt x="238279" y="565100"/>
                  </a:lnTo>
                  <a:lnTo>
                    <a:pt x="194516" y="554323"/>
                  </a:lnTo>
                  <a:lnTo>
                    <a:pt x="153708" y="537077"/>
                  </a:lnTo>
                  <a:lnTo>
                    <a:pt x="116442" y="513948"/>
                  </a:lnTo>
                  <a:lnTo>
                    <a:pt x="83302" y="485520"/>
                  </a:lnTo>
                  <a:lnTo>
                    <a:pt x="54875" y="452381"/>
                  </a:lnTo>
                  <a:lnTo>
                    <a:pt x="31745" y="415115"/>
                  </a:lnTo>
                  <a:lnTo>
                    <a:pt x="14499" y="374307"/>
                  </a:lnTo>
                  <a:lnTo>
                    <a:pt x="3722" y="330544"/>
                  </a:lnTo>
                  <a:lnTo>
                    <a:pt x="0" y="284411"/>
                  </a:lnTo>
                  <a:lnTo>
                    <a:pt x="3722" y="238278"/>
                  </a:lnTo>
                  <a:lnTo>
                    <a:pt x="14499" y="194515"/>
                  </a:lnTo>
                  <a:lnTo>
                    <a:pt x="31745" y="153708"/>
                  </a:lnTo>
                  <a:lnTo>
                    <a:pt x="54875" y="116441"/>
                  </a:lnTo>
                  <a:lnTo>
                    <a:pt x="83302" y="83302"/>
                  </a:lnTo>
                  <a:lnTo>
                    <a:pt x="116442" y="54875"/>
                  </a:lnTo>
                  <a:lnTo>
                    <a:pt x="153708" y="31745"/>
                  </a:lnTo>
                  <a:lnTo>
                    <a:pt x="194516" y="14499"/>
                  </a:lnTo>
                  <a:lnTo>
                    <a:pt x="238279" y="3722"/>
                  </a:lnTo>
                  <a:lnTo>
                    <a:pt x="284412" y="0"/>
                  </a:lnTo>
                  <a:lnTo>
                    <a:pt x="330545" y="3722"/>
                  </a:lnTo>
                  <a:lnTo>
                    <a:pt x="374308" y="14499"/>
                  </a:lnTo>
                  <a:lnTo>
                    <a:pt x="415115" y="31745"/>
                  </a:lnTo>
                  <a:lnTo>
                    <a:pt x="452381" y="54875"/>
                  </a:lnTo>
                  <a:lnTo>
                    <a:pt x="485520" y="83302"/>
                  </a:lnTo>
                  <a:lnTo>
                    <a:pt x="513948" y="116441"/>
                  </a:lnTo>
                  <a:lnTo>
                    <a:pt x="537077" y="153708"/>
                  </a:lnTo>
                  <a:lnTo>
                    <a:pt x="554323" y="194515"/>
                  </a:lnTo>
                  <a:lnTo>
                    <a:pt x="565100" y="238278"/>
                  </a:lnTo>
                  <a:lnTo>
                    <a:pt x="568822" y="284411"/>
                  </a:lnTo>
                  <a:lnTo>
                    <a:pt x="565100" y="330544"/>
                  </a:lnTo>
                  <a:lnTo>
                    <a:pt x="554323" y="374307"/>
                  </a:lnTo>
                  <a:lnTo>
                    <a:pt x="537077" y="415115"/>
                  </a:lnTo>
                  <a:lnTo>
                    <a:pt x="513948" y="452381"/>
                  </a:lnTo>
                  <a:lnTo>
                    <a:pt x="485520" y="485520"/>
                  </a:lnTo>
                  <a:lnTo>
                    <a:pt x="452381" y="513948"/>
                  </a:lnTo>
                  <a:lnTo>
                    <a:pt x="415115" y="537077"/>
                  </a:lnTo>
                  <a:lnTo>
                    <a:pt x="374308" y="554323"/>
                  </a:lnTo>
                  <a:lnTo>
                    <a:pt x="330545" y="565100"/>
                  </a:lnTo>
                  <a:lnTo>
                    <a:pt x="284412" y="568822"/>
                  </a:lnTo>
                  <a:close/>
                </a:path>
              </a:pathLst>
            </a:custGeom>
            <a:solidFill>
              <a:srgbClr val="FFCC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4913423" y="5352178"/>
            <a:ext cx="260350" cy="2266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00" spc="-25">
                <a:latin typeface="Arial MT"/>
                <a:cs typeface="Arial MT"/>
              </a:rPr>
              <a:t>NO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9285350" y="5359103"/>
            <a:ext cx="3174365" cy="1543685"/>
            <a:chOff x="9285350" y="5359103"/>
            <a:chExt cx="3174365" cy="1543685"/>
          </a:xfrm>
        </p:grpSpPr>
        <p:sp>
          <p:nvSpPr>
            <p:cNvPr id="37" name="object 37" descr=""/>
            <p:cNvSpPr/>
            <p:nvPr/>
          </p:nvSpPr>
          <p:spPr>
            <a:xfrm>
              <a:off x="9294875" y="6004795"/>
              <a:ext cx="1864995" cy="888365"/>
            </a:xfrm>
            <a:custGeom>
              <a:avLst/>
              <a:gdLst/>
              <a:ahLst/>
              <a:cxnLst/>
              <a:rect l="l" t="t" r="r" b="b"/>
              <a:pathLst>
                <a:path w="1864995" h="888365">
                  <a:moveTo>
                    <a:pt x="1864960" y="0"/>
                  </a:moveTo>
                  <a:lnTo>
                    <a:pt x="114299" y="0"/>
                  </a:lnTo>
                  <a:lnTo>
                    <a:pt x="69809" y="8982"/>
                  </a:lnTo>
                  <a:lnTo>
                    <a:pt x="33477" y="33477"/>
                  </a:lnTo>
                  <a:lnTo>
                    <a:pt x="8982" y="69809"/>
                  </a:lnTo>
                  <a:lnTo>
                    <a:pt x="0" y="114299"/>
                  </a:lnTo>
                  <a:lnTo>
                    <a:pt x="0" y="88835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635486" y="5359103"/>
              <a:ext cx="1824355" cy="1291590"/>
            </a:xfrm>
            <a:custGeom>
              <a:avLst/>
              <a:gdLst/>
              <a:ahLst/>
              <a:cxnLst/>
              <a:rect l="l" t="t" r="r" b="b"/>
              <a:pathLst>
                <a:path w="1824354" h="1291590">
                  <a:moveTo>
                    <a:pt x="911936" y="1291383"/>
                  </a:moveTo>
                  <a:lnTo>
                    <a:pt x="863026" y="1286468"/>
                  </a:lnTo>
                  <a:lnTo>
                    <a:pt x="815664" y="1271722"/>
                  </a:lnTo>
                  <a:lnTo>
                    <a:pt x="771396" y="1247146"/>
                  </a:lnTo>
                  <a:lnTo>
                    <a:pt x="51182" y="743894"/>
                  </a:lnTo>
                  <a:lnTo>
                    <a:pt x="13563" y="701061"/>
                  </a:lnTo>
                  <a:lnTo>
                    <a:pt x="0" y="645691"/>
                  </a:lnTo>
                  <a:lnTo>
                    <a:pt x="3486" y="616991"/>
                  </a:lnTo>
                  <a:lnTo>
                    <a:pt x="29653" y="566785"/>
                  </a:lnTo>
                  <a:lnTo>
                    <a:pt x="771396" y="44236"/>
                  </a:lnTo>
                  <a:lnTo>
                    <a:pt x="815664" y="19660"/>
                  </a:lnTo>
                  <a:lnTo>
                    <a:pt x="863026" y="4915"/>
                  </a:lnTo>
                  <a:lnTo>
                    <a:pt x="911936" y="0"/>
                  </a:lnTo>
                  <a:lnTo>
                    <a:pt x="960845" y="4915"/>
                  </a:lnTo>
                  <a:lnTo>
                    <a:pt x="1008207" y="19660"/>
                  </a:lnTo>
                  <a:lnTo>
                    <a:pt x="1052475" y="44236"/>
                  </a:lnTo>
                  <a:lnTo>
                    <a:pt x="1772690" y="547489"/>
                  </a:lnTo>
                  <a:lnTo>
                    <a:pt x="1810309" y="590321"/>
                  </a:lnTo>
                  <a:lnTo>
                    <a:pt x="1823872" y="645691"/>
                  </a:lnTo>
                  <a:lnTo>
                    <a:pt x="1820386" y="674391"/>
                  </a:lnTo>
                  <a:lnTo>
                    <a:pt x="1794219" y="724597"/>
                  </a:lnTo>
                  <a:lnTo>
                    <a:pt x="1052475" y="1247146"/>
                  </a:lnTo>
                  <a:lnTo>
                    <a:pt x="1008207" y="1271722"/>
                  </a:lnTo>
                  <a:lnTo>
                    <a:pt x="960845" y="1286468"/>
                  </a:lnTo>
                  <a:lnTo>
                    <a:pt x="911936" y="1291383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11090789" y="5581616"/>
            <a:ext cx="913130" cy="79883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147955">
              <a:lnSpc>
                <a:spcPts val="2030"/>
              </a:lnSpc>
              <a:spcBef>
                <a:spcPts val="170"/>
              </a:spcBef>
            </a:pP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dirty="0" sz="1700" spc="-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dirty="0" sz="1700" spc="-10">
                <a:solidFill>
                  <a:srgbClr val="FFFFFF"/>
                </a:solidFill>
                <a:latin typeface="Arial MT"/>
                <a:cs typeface="Arial MT"/>
              </a:rPr>
              <a:t>purchase</a:t>
            </a:r>
            <a:endParaRPr sz="1700">
              <a:latin typeface="Arial MT"/>
              <a:cs typeface="Arial MT"/>
            </a:endParaRPr>
          </a:p>
          <a:p>
            <a:pPr marL="133985">
              <a:lnSpc>
                <a:spcPts val="1955"/>
              </a:lnSpc>
            </a:pPr>
            <a:r>
              <a:rPr dirty="0" sz="1700" spc="-10">
                <a:solidFill>
                  <a:srgbClr val="FFFFFF"/>
                </a:solidFill>
                <a:latin typeface="Arial MT"/>
                <a:cs typeface="Arial MT"/>
              </a:rPr>
              <a:t>?made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9131365" y="5981301"/>
            <a:ext cx="569595" cy="569595"/>
          </a:xfrm>
          <a:custGeom>
            <a:avLst/>
            <a:gdLst/>
            <a:ahLst/>
            <a:cxnLst/>
            <a:rect l="l" t="t" r="r" b="b"/>
            <a:pathLst>
              <a:path w="569595" h="569595">
                <a:moveTo>
                  <a:pt x="284628" y="569255"/>
                </a:moveTo>
                <a:lnTo>
                  <a:pt x="238459" y="565530"/>
                </a:lnTo>
                <a:lnTo>
                  <a:pt x="194663" y="554745"/>
                </a:lnTo>
                <a:lnTo>
                  <a:pt x="153824" y="537486"/>
                </a:lnTo>
                <a:lnTo>
                  <a:pt x="116530" y="514338"/>
                </a:lnTo>
                <a:lnTo>
                  <a:pt x="83365" y="485890"/>
                </a:lnTo>
                <a:lnTo>
                  <a:pt x="54916" y="452725"/>
                </a:lnTo>
                <a:lnTo>
                  <a:pt x="31769" y="415430"/>
                </a:lnTo>
                <a:lnTo>
                  <a:pt x="14510" y="374592"/>
                </a:lnTo>
                <a:lnTo>
                  <a:pt x="3725" y="330795"/>
                </a:lnTo>
                <a:lnTo>
                  <a:pt x="0" y="284628"/>
                </a:lnTo>
                <a:lnTo>
                  <a:pt x="3725" y="238459"/>
                </a:lnTo>
                <a:lnTo>
                  <a:pt x="14510" y="194663"/>
                </a:lnTo>
                <a:lnTo>
                  <a:pt x="31769" y="153825"/>
                </a:lnTo>
                <a:lnTo>
                  <a:pt x="54916" y="116530"/>
                </a:lnTo>
                <a:lnTo>
                  <a:pt x="83365" y="83365"/>
                </a:lnTo>
                <a:lnTo>
                  <a:pt x="116530" y="54916"/>
                </a:lnTo>
                <a:lnTo>
                  <a:pt x="153824" y="31769"/>
                </a:lnTo>
                <a:lnTo>
                  <a:pt x="194663" y="14510"/>
                </a:lnTo>
                <a:lnTo>
                  <a:pt x="238459" y="3725"/>
                </a:lnTo>
                <a:lnTo>
                  <a:pt x="284628" y="0"/>
                </a:lnTo>
                <a:lnTo>
                  <a:pt x="330795" y="3725"/>
                </a:lnTo>
                <a:lnTo>
                  <a:pt x="374592" y="14510"/>
                </a:lnTo>
                <a:lnTo>
                  <a:pt x="415430" y="31769"/>
                </a:lnTo>
                <a:lnTo>
                  <a:pt x="452725" y="54916"/>
                </a:lnTo>
                <a:lnTo>
                  <a:pt x="485890" y="83365"/>
                </a:lnTo>
                <a:lnTo>
                  <a:pt x="514338" y="116530"/>
                </a:lnTo>
                <a:lnTo>
                  <a:pt x="537486" y="153825"/>
                </a:lnTo>
                <a:lnTo>
                  <a:pt x="554745" y="194663"/>
                </a:lnTo>
                <a:lnTo>
                  <a:pt x="565530" y="238459"/>
                </a:lnTo>
                <a:lnTo>
                  <a:pt x="569255" y="284628"/>
                </a:lnTo>
                <a:lnTo>
                  <a:pt x="565530" y="330795"/>
                </a:lnTo>
                <a:lnTo>
                  <a:pt x="554745" y="374592"/>
                </a:lnTo>
                <a:lnTo>
                  <a:pt x="537486" y="415430"/>
                </a:lnTo>
                <a:lnTo>
                  <a:pt x="514338" y="452725"/>
                </a:lnTo>
                <a:lnTo>
                  <a:pt x="485890" y="485890"/>
                </a:lnTo>
                <a:lnTo>
                  <a:pt x="452725" y="514338"/>
                </a:lnTo>
                <a:lnTo>
                  <a:pt x="415430" y="537486"/>
                </a:lnTo>
                <a:lnTo>
                  <a:pt x="374592" y="554745"/>
                </a:lnTo>
                <a:lnTo>
                  <a:pt x="330795" y="565530"/>
                </a:lnTo>
                <a:lnTo>
                  <a:pt x="284628" y="569255"/>
                </a:lnTo>
                <a:close/>
              </a:path>
            </a:pathLst>
          </a:custGeom>
          <a:solidFill>
            <a:srgbClr val="D5FD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9235495" y="6111761"/>
            <a:ext cx="36068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10">
                <a:latin typeface="Arial MT"/>
                <a:cs typeface="Arial MT"/>
              </a:rPr>
              <a:t>YES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4443274" y="8403297"/>
            <a:ext cx="2004695" cy="943610"/>
          </a:xfrm>
          <a:custGeom>
            <a:avLst/>
            <a:gdLst/>
            <a:ahLst/>
            <a:cxnLst/>
            <a:rect l="l" t="t" r="r" b="b"/>
            <a:pathLst>
              <a:path w="2004695" h="943609">
                <a:moveTo>
                  <a:pt x="1719914" y="943242"/>
                </a:moveTo>
                <a:lnTo>
                  <a:pt x="285750" y="943242"/>
                </a:lnTo>
                <a:lnTo>
                  <a:pt x="239399" y="939502"/>
                </a:lnTo>
                <a:lnTo>
                  <a:pt x="195430" y="928675"/>
                </a:lnTo>
                <a:lnTo>
                  <a:pt x="154431" y="911347"/>
                </a:lnTo>
                <a:lnTo>
                  <a:pt x="116989" y="888109"/>
                </a:lnTo>
                <a:lnTo>
                  <a:pt x="83694" y="859548"/>
                </a:lnTo>
                <a:lnTo>
                  <a:pt x="55133" y="826253"/>
                </a:lnTo>
                <a:lnTo>
                  <a:pt x="31894" y="788811"/>
                </a:lnTo>
                <a:lnTo>
                  <a:pt x="14567" y="747811"/>
                </a:lnTo>
                <a:lnTo>
                  <a:pt x="3740" y="703843"/>
                </a:lnTo>
                <a:lnTo>
                  <a:pt x="0" y="657492"/>
                </a:lnTo>
                <a:lnTo>
                  <a:pt x="0" y="285749"/>
                </a:lnTo>
                <a:lnTo>
                  <a:pt x="3740" y="239399"/>
                </a:lnTo>
                <a:lnTo>
                  <a:pt x="14567" y="195431"/>
                </a:lnTo>
                <a:lnTo>
                  <a:pt x="31894" y="154431"/>
                </a:lnTo>
                <a:lnTo>
                  <a:pt x="55133" y="116989"/>
                </a:lnTo>
                <a:lnTo>
                  <a:pt x="83694" y="83694"/>
                </a:lnTo>
                <a:lnTo>
                  <a:pt x="116989" y="55133"/>
                </a:lnTo>
                <a:lnTo>
                  <a:pt x="154431" y="31894"/>
                </a:lnTo>
                <a:lnTo>
                  <a:pt x="195430" y="14567"/>
                </a:lnTo>
                <a:lnTo>
                  <a:pt x="239399" y="3740"/>
                </a:lnTo>
                <a:lnTo>
                  <a:pt x="285750" y="0"/>
                </a:lnTo>
                <a:lnTo>
                  <a:pt x="1719914" y="0"/>
                </a:lnTo>
                <a:lnTo>
                  <a:pt x="1766264" y="3740"/>
                </a:lnTo>
                <a:lnTo>
                  <a:pt x="1810233" y="14567"/>
                </a:lnTo>
                <a:lnTo>
                  <a:pt x="1851233" y="31894"/>
                </a:lnTo>
                <a:lnTo>
                  <a:pt x="1888674" y="55133"/>
                </a:lnTo>
                <a:lnTo>
                  <a:pt x="1921970" y="83694"/>
                </a:lnTo>
                <a:lnTo>
                  <a:pt x="1950531" y="116989"/>
                </a:lnTo>
                <a:lnTo>
                  <a:pt x="1973769" y="154431"/>
                </a:lnTo>
                <a:lnTo>
                  <a:pt x="1991096" y="195431"/>
                </a:lnTo>
                <a:lnTo>
                  <a:pt x="2001924" y="239399"/>
                </a:lnTo>
                <a:lnTo>
                  <a:pt x="2004390" y="269958"/>
                </a:lnTo>
                <a:lnTo>
                  <a:pt x="2004390" y="673284"/>
                </a:lnTo>
                <a:lnTo>
                  <a:pt x="1991096" y="747811"/>
                </a:lnTo>
                <a:lnTo>
                  <a:pt x="1973769" y="788811"/>
                </a:lnTo>
                <a:lnTo>
                  <a:pt x="1950531" y="826253"/>
                </a:lnTo>
                <a:lnTo>
                  <a:pt x="1921970" y="859548"/>
                </a:lnTo>
                <a:lnTo>
                  <a:pt x="1888674" y="888109"/>
                </a:lnTo>
                <a:lnTo>
                  <a:pt x="1851233" y="911347"/>
                </a:lnTo>
                <a:lnTo>
                  <a:pt x="1810233" y="928675"/>
                </a:lnTo>
                <a:lnTo>
                  <a:pt x="1766264" y="939502"/>
                </a:lnTo>
                <a:lnTo>
                  <a:pt x="1719914" y="94324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 txBox="1"/>
          <p:nvPr/>
        </p:nvSpPr>
        <p:spPr>
          <a:xfrm>
            <a:off x="4550827" y="8695397"/>
            <a:ext cx="1790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FFFFFF"/>
                </a:solidFill>
                <a:latin typeface="Arial MT"/>
                <a:cs typeface="Arial MT"/>
              </a:rPr>
              <a:t>Repeat</a:t>
            </a:r>
            <a:r>
              <a:rPr dirty="0" sz="1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6406244" y="6923651"/>
            <a:ext cx="4371975" cy="2244725"/>
            <a:chOff x="6406244" y="6923651"/>
            <a:chExt cx="4371975" cy="2244725"/>
          </a:xfrm>
        </p:grpSpPr>
        <p:sp>
          <p:nvSpPr>
            <p:cNvPr id="45" name="object 45" descr=""/>
            <p:cNvSpPr/>
            <p:nvPr/>
          </p:nvSpPr>
          <p:spPr>
            <a:xfrm>
              <a:off x="6415769" y="8055372"/>
              <a:ext cx="1941195" cy="986790"/>
            </a:xfrm>
            <a:custGeom>
              <a:avLst/>
              <a:gdLst/>
              <a:ahLst/>
              <a:cxnLst/>
              <a:rect l="l" t="t" r="r" b="b"/>
              <a:pathLst>
                <a:path w="1941195" h="986790">
                  <a:moveTo>
                    <a:pt x="1940824" y="0"/>
                  </a:moveTo>
                  <a:lnTo>
                    <a:pt x="1242047" y="0"/>
                  </a:lnTo>
                  <a:lnTo>
                    <a:pt x="1197556" y="8982"/>
                  </a:lnTo>
                  <a:lnTo>
                    <a:pt x="1161225" y="33477"/>
                  </a:lnTo>
                  <a:lnTo>
                    <a:pt x="1136729" y="69809"/>
                  </a:lnTo>
                  <a:lnTo>
                    <a:pt x="1127747" y="114299"/>
                  </a:lnTo>
                  <a:lnTo>
                    <a:pt x="1127747" y="872424"/>
                  </a:lnTo>
                  <a:lnTo>
                    <a:pt x="1118765" y="916914"/>
                  </a:lnTo>
                  <a:lnTo>
                    <a:pt x="1094269" y="953246"/>
                  </a:lnTo>
                  <a:lnTo>
                    <a:pt x="1057938" y="977741"/>
                  </a:lnTo>
                  <a:lnTo>
                    <a:pt x="1013447" y="986724"/>
                  </a:lnTo>
                  <a:lnTo>
                    <a:pt x="0" y="986724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812049" y="6923651"/>
              <a:ext cx="2966085" cy="2244725"/>
            </a:xfrm>
            <a:custGeom>
              <a:avLst/>
              <a:gdLst/>
              <a:ahLst/>
              <a:cxnLst/>
              <a:rect l="l" t="t" r="r" b="b"/>
              <a:pathLst>
                <a:path w="2966084" h="2244725">
                  <a:moveTo>
                    <a:pt x="1482825" y="2244392"/>
                  </a:moveTo>
                  <a:lnTo>
                    <a:pt x="1434884" y="2239306"/>
                  </a:lnTo>
                  <a:lnTo>
                    <a:pt x="1388642" y="2224048"/>
                  </a:lnTo>
                  <a:lnTo>
                    <a:pt x="1345798" y="2198618"/>
                  </a:lnTo>
                  <a:lnTo>
                    <a:pt x="51440" y="1225243"/>
                  </a:lnTo>
                  <a:lnTo>
                    <a:pt x="13574" y="1179782"/>
                  </a:lnTo>
                  <a:lnTo>
                    <a:pt x="0" y="1122196"/>
                  </a:lnTo>
                  <a:lnTo>
                    <a:pt x="3482" y="1092424"/>
                  </a:lnTo>
                  <a:lnTo>
                    <a:pt x="29738" y="1039827"/>
                  </a:lnTo>
                  <a:lnTo>
                    <a:pt x="1345798" y="45773"/>
                  </a:lnTo>
                  <a:lnTo>
                    <a:pt x="1388642" y="20343"/>
                  </a:lnTo>
                  <a:lnTo>
                    <a:pt x="1434884" y="5085"/>
                  </a:lnTo>
                  <a:lnTo>
                    <a:pt x="1482825" y="0"/>
                  </a:lnTo>
                  <a:lnTo>
                    <a:pt x="1530767" y="5085"/>
                  </a:lnTo>
                  <a:lnTo>
                    <a:pt x="1577009" y="20343"/>
                  </a:lnTo>
                  <a:lnTo>
                    <a:pt x="1619853" y="45773"/>
                  </a:lnTo>
                  <a:lnTo>
                    <a:pt x="2914211" y="1019149"/>
                  </a:lnTo>
                  <a:lnTo>
                    <a:pt x="2952077" y="1064610"/>
                  </a:lnTo>
                  <a:lnTo>
                    <a:pt x="2965651" y="1122196"/>
                  </a:lnTo>
                  <a:lnTo>
                    <a:pt x="2962168" y="1151968"/>
                  </a:lnTo>
                  <a:lnTo>
                    <a:pt x="2935912" y="1204565"/>
                  </a:lnTo>
                  <a:lnTo>
                    <a:pt x="1619853" y="2198618"/>
                  </a:lnTo>
                  <a:lnTo>
                    <a:pt x="1577009" y="2224048"/>
                  </a:lnTo>
                  <a:lnTo>
                    <a:pt x="1530767" y="2239306"/>
                  </a:lnTo>
                  <a:lnTo>
                    <a:pt x="1482825" y="2244392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8279903" y="7495282"/>
            <a:ext cx="2030095" cy="105600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 marL="113664" marR="106045">
              <a:lnSpc>
                <a:spcPts val="2030"/>
              </a:lnSpc>
              <a:spcBef>
                <a:spcPts val="170"/>
              </a:spcBef>
            </a:pPr>
            <a:r>
              <a:rPr dirty="0" sz="1700" spc="-10">
                <a:solidFill>
                  <a:srgbClr val="FFFFFF"/>
                </a:solidFill>
                <a:latin typeface="Arial MT"/>
                <a:cs typeface="Arial MT"/>
              </a:rPr>
              <a:t>Seniority</a:t>
            </a:r>
            <a:r>
              <a:rPr dirty="0" sz="17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114">
                <a:solidFill>
                  <a:srgbClr val="FFFFFF"/>
                </a:solidFill>
                <a:latin typeface="Arial MT"/>
                <a:cs typeface="Arial MT"/>
              </a:rPr>
              <a:t>&gt;</a:t>
            </a:r>
            <a:r>
              <a:rPr dirty="0" sz="17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FFFFFF"/>
                </a:solidFill>
                <a:latin typeface="Arial MT"/>
                <a:cs typeface="Arial MT"/>
              </a:rPr>
              <a:t>60</a:t>
            </a:r>
            <a:r>
              <a:rPr dirty="0" sz="17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Arial MT"/>
                <a:cs typeface="Arial MT"/>
              </a:rPr>
              <a:t>days </a:t>
            </a:r>
            <a:r>
              <a:rPr dirty="0" sz="170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dirty="0" sz="17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6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7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FFFFFF"/>
                </a:solidFill>
                <a:latin typeface="Arial MT"/>
                <a:cs typeface="Arial MT"/>
              </a:rPr>
              <a:t>visits</a:t>
            </a:r>
            <a:r>
              <a:rPr dirty="0" sz="17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50">
                <a:solidFill>
                  <a:srgbClr val="FFFFFF"/>
                </a:solidFill>
                <a:latin typeface="Arial MT"/>
                <a:cs typeface="Arial MT"/>
              </a:rPr>
              <a:t>&gt; 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endParaRPr sz="1700">
              <a:latin typeface="Arial MT"/>
              <a:cs typeface="Arial MT"/>
            </a:endParaRPr>
          </a:p>
          <a:p>
            <a:pPr algn="ctr">
              <a:lnSpc>
                <a:spcPts val="1950"/>
              </a:lnSpc>
            </a:pPr>
            <a:r>
              <a:rPr dirty="0" sz="1700" spc="-30">
                <a:solidFill>
                  <a:srgbClr val="FFFFFF"/>
                </a:solidFill>
                <a:latin typeface="Arial MT"/>
                <a:cs typeface="Arial MT"/>
              </a:rPr>
              <a:t>Average</a:t>
            </a:r>
            <a:r>
              <a:rPr dirty="0" sz="17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FFFFFF"/>
                </a:solidFill>
                <a:latin typeface="Arial MT"/>
                <a:cs typeface="Arial MT"/>
              </a:rPr>
              <a:t>interval</a:t>
            </a:r>
            <a:r>
              <a:rPr dirty="0" sz="17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114">
                <a:solidFill>
                  <a:srgbClr val="FFFFFF"/>
                </a:solidFill>
                <a:latin typeface="Arial MT"/>
                <a:cs typeface="Arial MT"/>
              </a:rPr>
              <a:t>&gt;</a:t>
            </a:r>
            <a:r>
              <a:rPr dirty="0" sz="17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12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7274127" y="8036321"/>
            <a:ext cx="5036185" cy="1019175"/>
            <a:chOff x="7274127" y="8036321"/>
            <a:chExt cx="5036185" cy="1019175"/>
          </a:xfrm>
        </p:grpSpPr>
        <p:sp>
          <p:nvSpPr>
            <p:cNvPr id="49" name="object 49" descr=""/>
            <p:cNvSpPr/>
            <p:nvPr/>
          </p:nvSpPr>
          <p:spPr>
            <a:xfrm>
              <a:off x="10787225" y="8045846"/>
              <a:ext cx="1513205" cy="628015"/>
            </a:xfrm>
            <a:custGeom>
              <a:avLst/>
              <a:gdLst/>
              <a:ahLst/>
              <a:cxnLst/>
              <a:rect l="l" t="t" r="r" b="b"/>
              <a:pathLst>
                <a:path w="1513204" h="628015">
                  <a:moveTo>
                    <a:pt x="0" y="0"/>
                  </a:moveTo>
                  <a:lnTo>
                    <a:pt x="50845" y="0"/>
                  </a:lnTo>
                  <a:lnTo>
                    <a:pt x="70637" y="3995"/>
                  </a:lnTo>
                  <a:lnTo>
                    <a:pt x="86799" y="14892"/>
                  </a:lnTo>
                  <a:lnTo>
                    <a:pt x="97695" y="31054"/>
                  </a:lnTo>
                  <a:lnTo>
                    <a:pt x="101691" y="50845"/>
                  </a:lnTo>
                  <a:lnTo>
                    <a:pt x="101691" y="513509"/>
                  </a:lnTo>
                  <a:lnTo>
                    <a:pt x="110673" y="558000"/>
                  </a:lnTo>
                  <a:lnTo>
                    <a:pt x="135169" y="594331"/>
                  </a:lnTo>
                  <a:lnTo>
                    <a:pt x="171500" y="618827"/>
                  </a:lnTo>
                  <a:lnTo>
                    <a:pt x="215991" y="627809"/>
                  </a:lnTo>
                  <a:lnTo>
                    <a:pt x="1512992" y="62780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274127" y="8486231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284627" y="569255"/>
                  </a:moveTo>
                  <a:lnTo>
                    <a:pt x="238459" y="565530"/>
                  </a:lnTo>
                  <a:lnTo>
                    <a:pt x="194663" y="554745"/>
                  </a:lnTo>
                  <a:lnTo>
                    <a:pt x="153824" y="537486"/>
                  </a:lnTo>
                  <a:lnTo>
                    <a:pt x="116530" y="514338"/>
                  </a:lnTo>
                  <a:lnTo>
                    <a:pt x="83365" y="485890"/>
                  </a:lnTo>
                  <a:lnTo>
                    <a:pt x="54916" y="452725"/>
                  </a:lnTo>
                  <a:lnTo>
                    <a:pt x="31769" y="415430"/>
                  </a:lnTo>
                  <a:lnTo>
                    <a:pt x="14510" y="374592"/>
                  </a:lnTo>
                  <a:lnTo>
                    <a:pt x="3725" y="330795"/>
                  </a:lnTo>
                  <a:lnTo>
                    <a:pt x="0" y="284628"/>
                  </a:lnTo>
                  <a:lnTo>
                    <a:pt x="3725" y="238459"/>
                  </a:lnTo>
                  <a:lnTo>
                    <a:pt x="14510" y="194663"/>
                  </a:lnTo>
                  <a:lnTo>
                    <a:pt x="31769" y="153824"/>
                  </a:lnTo>
                  <a:lnTo>
                    <a:pt x="54916" y="116530"/>
                  </a:lnTo>
                  <a:lnTo>
                    <a:pt x="83365" y="83365"/>
                  </a:lnTo>
                  <a:lnTo>
                    <a:pt x="116530" y="54916"/>
                  </a:lnTo>
                  <a:lnTo>
                    <a:pt x="153824" y="31769"/>
                  </a:lnTo>
                  <a:lnTo>
                    <a:pt x="194663" y="14510"/>
                  </a:lnTo>
                  <a:lnTo>
                    <a:pt x="238459" y="3725"/>
                  </a:lnTo>
                  <a:lnTo>
                    <a:pt x="284627" y="0"/>
                  </a:lnTo>
                  <a:lnTo>
                    <a:pt x="330795" y="3725"/>
                  </a:lnTo>
                  <a:lnTo>
                    <a:pt x="374591" y="14510"/>
                  </a:lnTo>
                  <a:lnTo>
                    <a:pt x="415430" y="31769"/>
                  </a:lnTo>
                  <a:lnTo>
                    <a:pt x="452724" y="54916"/>
                  </a:lnTo>
                  <a:lnTo>
                    <a:pt x="485889" y="83365"/>
                  </a:lnTo>
                  <a:lnTo>
                    <a:pt x="514338" y="116530"/>
                  </a:lnTo>
                  <a:lnTo>
                    <a:pt x="537485" y="153824"/>
                  </a:lnTo>
                  <a:lnTo>
                    <a:pt x="554744" y="194663"/>
                  </a:lnTo>
                  <a:lnTo>
                    <a:pt x="565530" y="238459"/>
                  </a:lnTo>
                  <a:lnTo>
                    <a:pt x="569255" y="284628"/>
                  </a:lnTo>
                  <a:lnTo>
                    <a:pt x="565530" y="330795"/>
                  </a:lnTo>
                  <a:lnTo>
                    <a:pt x="554744" y="374592"/>
                  </a:lnTo>
                  <a:lnTo>
                    <a:pt x="537485" y="415430"/>
                  </a:lnTo>
                  <a:lnTo>
                    <a:pt x="514338" y="452725"/>
                  </a:lnTo>
                  <a:lnTo>
                    <a:pt x="485889" y="485890"/>
                  </a:lnTo>
                  <a:lnTo>
                    <a:pt x="452724" y="514338"/>
                  </a:lnTo>
                  <a:lnTo>
                    <a:pt x="415430" y="537486"/>
                  </a:lnTo>
                  <a:lnTo>
                    <a:pt x="374591" y="554745"/>
                  </a:lnTo>
                  <a:lnTo>
                    <a:pt x="330795" y="565530"/>
                  </a:lnTo>
                  <a:lnTo>
                    <a:pt x="284627" y="569255"/>
                  </a:lnTo>
                  <a:close/>
                </a:path>
              </a:pathLst>
            </a:custGeom>
            <a:solidFill>
              <a:srgbClr val="D5FD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7378257" y="8616691"/>
            <a:ext cx="36068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110">
                <a:latin typeface="Arial MT"/>
                <a:cs typeface="Arial MT"/>
              </a:rPr>
              <a:t>YES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2" name="object 52" descr=""/>
          <p:cNvSpPr/>
          <p:nvPr/>
        </p:nvSpPr>
        <p:spPr>
          <a:xfrm>
            <a:off x="10708394" y="8389246"/>
            <a:ext cx="568960" cy="568960"/>
          </a:xfrm>
          <a:custGeom>
            <a:avLst/>
            <a:gdLst/>
            <a:ahLst/>
            <a:cxnLst/>
            <a:rect l="l" t="t" r="r" b="b"/>
            <a:pathLst>
              <a:path w="568959" h="568959">
                <a:moveTo>
                  <a:pt x="284411" y="568823"/>
                </a:moveTo>
                <a:lnTo>
                  <a:pt x="238278" y="565100"/>
                </a:lnTo>
                <a:lnTo>
                  <a:pt x="194515" y="554323"/>
                </a:lnTo>
                <a:lnTo>
                  <a:pt x="153707" y="537077"/>
                </a:lnTo>
                <a:lnTo>
                  <a:pt x="116441" y="513948"/>
                </a:lnTo>
                <a:lnTo>
                  <a:pt x="83302" y="485520"/>
                </a:lnTo>
                <a:lnTo>
                  <a:pt x="54874" y="452381"/>
                </a:lnTo>
                <a:lnTo>
                  <a:pt x="31745" y="415114"/>
                </a:lnTo>
                <a:lnTo>
                  <a:pt x="14499" y="374307"/>
                </a:lnTo>
                <a:lnTo>
                  <a:pt x="3722" y="330544"/>
                </a:lnTo>
                <a:lnTo>
                  <a:pt x="0" y="284411"/>
                </a:lnTo>
                <a:lnTo>
                  <a:pt x="3722" y="238278"/>
                </a:lnTo>
                <a:lnTo>
                  <a:pt x="14499" y="194515"/>
                </a:lnTo>
                <a:lnTo>
                  <a:pt x="31745" y="153707"/>
                </a:lnTo>
                <a:lnTo>
                  <a:pt x="54874" y="116441"/>
                </a:lnTo>
                <a:lnTo>
                  <a:pt x="83302" y="83302"/>
                </a:lnTo>
                <a:lnTo>
                  <a:pt x="116441" y="54874"/>
                </a:lnTo>
                <a:lnTo>
                  <a:pt x="153707" y="31745"/>
                </a:lnTo>
                <a:lnTo>
                  <a:pt x="194515" y="14499"/>
                </a:lnTo>
                <a:lnTo>
                  <a:pt x="238278" y="3722"/>
                </a:lnTo>
                <a:lnTo>
                  <a:pt x="284411" y="0"/>
                </a:lnTo>
                <a:lnTo>
                  <a:pt x="330544" y="3722"/>
                </a:lnTo>
                <a:lnTo>
                  <a:pt x="374307" y="14499"/>
                </a:lnTo>
                <a:lnTo>
                  <a:pt x="415114" y="31745"/>
                </a:lnTo>
                <a:lnTo>
                  <a:pt x="452381" y="54874"/>
                </a:lnTo>
                <a:lnTo>
                  <a:pt x="485521" y="83302"/>
                </a:lnTo>
                <a:lnTo>
                  <a:pt x="513948" y="116441"/>
                </a:lnTo>
                <a:lnTo>
                  <a:pt x="537077" y="153707"/>
                </a:lnTo>
                <a:lnTo>
                  <a:pt x="554323" y="194515"/>
                </a:lnTo>
                <a:lnTo>
                  <a:pt x="565101" y="238278"/>
                </a:lnTo>
                <a:lnTo>
                  <a:pt x="568823" y="284411"/>
                </a:lnTo>
                <a:lnTo>
                  <a:pt x="565101" y="330544"/>
                </a:lnTo>
                <a:lnTo>
                  <a:pt x="554323" y="374307"/>
                </a:lnTo>
                <a:lnTo>
                  <a:pt x="537077" y="415114"/>
                </a:lnTo>
                <a:lnTo>
                  <a:pt x="513948" y="452381"/>
                </a:lnTo>
                <a:lnTo>
                  <a:pt x="485521" y="485520"/>
                </a:lnTo>
                <a:lnTo>
                  <a:pt x="452381" y="513948"/>
                </a:lnTo>
                <a:lnTo>
                  <a:pt x="415114" y="537077"/>
                </a:lnTo>
                <a:lnTo>
                  <a:pt x="374307" y="554323"/>
                </a:lnTo>
                <a:lnTo>
                  <a:pt x="330544" y="565100"/>
                </a:lnTo>
                <a:lnTo>
                  <a:pt x="284411" y="568823"/>
                </a:lnTo>
                <a:close/>
              </a:path>
            </a:pathLst>
          </a:custGeom>
          <a:solidFill>
            <a:srgbClr val="FFCCD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/>
          <p:nvPr/>
        </p:nvSpPr>
        <p:spPr>
          <a:xfrm>
            <a:off x="10862530" y="8532945"/>
            <a:ext cx="260350" cy="2266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00" spc="-25">
                <a:latin typeface="Arial MT"/>
                <a:cs typeface="Arial MT"/>
              </a:rPr>
              <a:t>NO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4" name="object 54" descr=""/>
          <p:cNvSpPr/>
          <p:nvPr/>
        </p:nvSpPr>
        <p:spPr>
          <a:xfrm>
            <a:off x="12309743" y="8202035"/>
            <a:ext cx="2015489" cy="943610"/>
          </a:xfrm>
          <a:custGeom>
            <a:avLst/>
            <a:gdLst/>
            <a:ahLst/>
            <a:cxnLst/>
            <a:rect l="l" t="t" r="r" b="b"/>
            <a:pathLst>
              <a:path w="2015490" h="943609">
                <a:moveTo>
                  <a:pt x="1731323" y="943242"/>
                </a:moveTo>
                <a:lnTo>
                  <a:pt x="285750" y="943242"/>
                </a:lnTo>
                <a:lnTo>
                  <a:pt x="239400" y="939502"/>
                </a:lnTo>
                <a:lnTo>
                  <a:pt x="195431" y="928675"/>
                </a:lnTo>
                <a:lnTo>
                  <a:pt x="154431" y="911347"/>
                </a:lnTo>
                <a:lnTo>
                  <a:pt x="116990" y="888109"/>
                </a:lnTo>
                <a:lnTo>
                  <a:pt x="83694" y="859548"/>
                </a:lnTo>
                <a:lnTo>
                  <a:pt x="55133" y="826252"/>
                </a:lnTo>
                <a:lnTo>
                  <a:pt x="31895" y="788811"/>
                </a:lnTo>
                <a:lnTo>
                  <a:pt x="14568" y="747811"/>
                </a:lnTo>
                <a:lnTo>
                  <a:pt x="3740" y="703842"/>
                </a:lnTo>
                <a:lnTo>
                  <a:pt x="0" y="657492"/>
                </a:lnTo>
                <a:lnTo>
                  <a:pt x="0" y="285750"/>
                </a:lnTo>
                <a:lnTo>
                  <a:pt x="3740" y="239399"/>
                </a:lnTo>
                <a:lnTo>
                  <a:pt x="14568" y="195431"/>
                </a:lnTo>
                <a:lnTo>
                  <a:pt x="31895" y="154431"/>
                </a:lnTo>
                <a:lnTo>
                  <a:pt x="55133" y="116989"/>
                </a:lnTo>
                <a:lnTo>
                  <a:pt x="83694" y="83694"/>
                </a:lnTo>
                <a:lnTo>
                  <a:pt x="116990" y="55133"/>
                </a:lnTo>
                <a:lnTo>
                  <a:pt x="154431" y="31894"/>
                </a:lnTo>
                <a:lnTo>
                  <a:pt x="195431" y="14567"/>
                </a:lnTo>
                <a:lnTo>
                  <a:pt x="239400" y="3740"/>
                </a:lnTo>
                <a:lnTo>
                  <a:pt x="285750" y="0"/>
                </a:lnTo>
                <a:lnTo>
                  <a:pt x="1731323" y="0"/>
                </a:lnTo>
                <a:lnTo>
                  <a:pt x="1777673" y="3740"/>
                </a:lnTo>
                <a:lnTo>
                  <a:pt x="1821642" y="14567"/>
                </a:lnTo>
                <a:lnTo>
                  <a:pt x="1862641" y="31894"/>
                </a:lnTo>
                <a:lnTo>
                  <a:pt x="1900083" y="55133"/>
                </a:lnTo>
                <a:lnTo>
                  <a:pt x="1933379" y="83694"/>
                </a:lnTo>
                <a:lnTo>
                  <a:pt x="1961940" y="116989"/>
                </a:lnTo>
                <a:lnTo>
                  <a:pt x="1985178" y="154431"/>
                </a:lnTo>
                <a:lnTo>
                  <a:pt x="2002505" y="195431"/>
                </a:lnTo>
                <a:lnTo>
                  <a:pt x="2013333" y="239399"/>
                </a:lnTo>
                <a:lnTo>
                  <a:pt x="2015444" y="265555"/>
                </a:lnTo>
                <a:lnTo>
                  <a:pt x="2015444" y="677687"/>
                </a:lnTo>
                <a:lnTo>
                  <a:pt x="2002505" y="747811"/>
                </a:lnTo>
                <a:lnTo>
                  <a:pt x="1985178" y="788811"/>
                </a:lnTo>
                <a:lnTo>
                  <a:pt x="1961940" y="826252"/>
                </a:lnTo>
                <a:lnTo>
                  <a:pt x="1933379" y="859548"/>
                </a:lnTo>
                <a:lnTo>
                  <a:pt x="1900083" y="888109"/>
                </a:lnTo>
                <a:lnTo>
                  <a:pt x="1862641" y="911347"/>
                </a:lnTo>
                <a:lnTo>
                  <a:pt x="1821642" y="928675"/>
                </a:lnTo>
                <a:lnTo>
                  <a:pt x="1777673" y="939502"/>
                </a:lnTo>
                <a:lnTo>
                  <a:pt x="1731323" y="94324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 txBox="1"/>
          <p:nvPr/>
        </p:nvSpPr>
        <p:spPr>
          <a:xfrm>
            <a:off x="12806928" y="8360785"/>
            <a:ext cx="1022985" cy="56642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 indent="10795">
              <a:lnSpc>
                <a:spcPts val="2100"/>
              </a:lnSpc>
              <a:spcBef>
                <a:spcPts val="219"/>
              </a:spcBef>
            </a:pPr>
            <a:r>
              <a:rPr dirty="0" sz="1800" spc="-8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dirty="0" sz="18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 MT"/>
                <a:cs typeface="Arial MT"/>
              </a:rPr>
              <a:t>Time </a:t>
            </a: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11289041" y="3260617"/>
            <a:ext cx="2195195" cy="1462405"/>
          </a:xfrm>
          <a:custGeom>
            <a:avLst/>
            <a:gdLst/>
            <a:ahLst/>
            <a:cxnLst/>
            <a:rect l="l" t="t" r="r" b="b"/>
            <a:pathLst>
              <a:path w="2195194" h="1462404">
                <a:moveTo>
                  <a:pt x="1097479" y="1462258"/>
                </a:moveTo>
                <a:lnTo>
                  <a:pt x="1047826" y="1457493"/>
                </a:lnTo>
                <a:lnTo>
                  <a:pt x="999599" y="1443201"/>
                </a:lnTo>
                <a:lnTo>
                  <a:pt x="954224" y="1419379"/>
                </a:lnTo>
                <a:lnTo>
                  <a:pt x="50797" y="825327"/>
                </a:lnTo>
                <a:lnTo>
                  <a:pt x="13508" y="784639"/>
                </a:lnTo>
                <a:lnTo>
                  <a:pt x="0" y="731129"/>
                </a:lnTo>
                <a:lnTo>
                  <a:pt x="3478" y="703333"/>
                </a:lnTo>
                <a:lnTo>
                  <a:pt x="29483" y="655109"/>
                </a:lnTo>
                <a:lnTo>
                  <a:pt x="954224" y="42879"/>
                </a:lnTo>
                <a:lnTo>
                  <a:pt x="999599" y="19057"/>
                </a:lnTo>
                <a:lnTo>
                  <a:pt x="1047826" y="4764"/>
                </a:lnTo>
                <a:lnTo>
                  <a:pt x="1097479" y="0"/>
                </a:lnTo>
                <a:lnTo>
                  <a:pt x="1147132" y="4764"/>
                </a:lnTo>
                <a:lnTo>
                  <a:pt x="1195359" y="19057"/>
                </a:lnTo>
                <a:lnTo>
                  <a:pt x="1240734" y="42879"/>
                </a:lnTo>
                <a:lnTo>
                  <a:pt x="2144161" y="636931"/>
                </a:lnTo>
                <a:lnTo>
                  <a:pt x="2181450" y="677618"/>
                </a:lnTo>
                <a:lnTo>
                  <a:pt x="2194959" y="731129"/>
                </a:lnTo>
                <a:lnTo>
                  <a:pt x="2191481" y="758924"/>
                </a:lnTo>
                <a:lnTo>
                  <a:pt x="2165475" y="807149"/>
                </a:lnTo>
                <a:lnTo>
                  <a:pt x="1240734" y="1419379"/>
                </a:lnTo>
                <a:lnTo>
                  <a:pt x="1195359" y="1443201"/>
                </a:lnTo>
                <a:lnTo>
                  <a:pt x="1147132" y="1457493"/>
                </a:lnTo>
                <a:lnTo>
                  <a:pt x="1097479" y="1462258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11646441" y="3752477"/>
            <a:ext cx="148018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-20" b="1">
                <a:solidFill>
                  <a:srgbClr val="FFFFFF"/>
                </a:solidFill>
                <a:latin typeface="Trebuchet MS"/>
                <a:cs typeface="Trebuchet MS"/>
              </a:rPr>
              <a:t>Customer</a:t>
            </a:r>
            <a:endParaRPr sz="2600">
              <a:latin typeface="Trebuchet MS"/>
              <a:cs typeface="Trebuchet MS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2273136" y="5026630"/>
            <a:ext cx="2416175" cy="2825115"/>
            <a:chOff x="2273136" y="5026630"/>
            <a:chExt cx="2416175" cy="2825115"/>
          </a:xfrm>
        </p:grpSpPr>
        <p:sp>
          <p:nvSpPr>
            <p:cNvPr id="59" name="object 59" descr=""/>
            <p:cNvSpPr/>
            <p:nvPr/>
          </p:nvSpPr>
          <p:spPr>
            <a:xfrm>
              <a:off x="3067511" y="5036155"/>
              <a:ext cx="996950" cy="1858645"/>
            </a:xfrm>
            <a:custGeom>
              <a:avLst/>
              <a:gdLst/>
              <a:ahLst/>
              <a:cxnLst/>
              <a:rect l="l" t="t" r="r" b="b"/>
              <a:pathLst>
                <a:path w="996950" h="1858645">
                  <a:moveTo>
                    <a:pt x="0" y="0"/>
                  </a:moveTo>
                  <a:lnTo>
                    <a:pt x="299297" y="0"/>
                  </a:lnTo>
                  <a:lnTo>
                    <a:pt x="343788" y="8982"/>
                  </a:lnTo>
                  <a:lnTo>
                    <a:pt x="380120" y="33477"/>
                  </a:lnTo>
                  <a:lnTo>
                    <a:pt x="404615" y="69809"/>
                  </a:lnTo>
                  <a:lnTo>
                    <a:pt x="413597" y="114299"/>
                  </a:lnTo>
                  <a:lnTo>
                    <a:pt x="413597" y="1744126"/>
                  </a:lnTo>
                  <a:lnTo>
                    <a:pt x="422580" y="1788616"/>
                  </a:lnTo>
                  <a:lnTo>
                    <a:pt x="447075" y="1824948"/>
                  </a:lnTo>
                  <a:lnTo>
                    <a:pt x="483407" y="1849443"/>
                  </a:lnTo>
                  <a:lnTo>
                    <a:pt x="527897" y="1858426"/>
                  </a:lnTo>
                  <a:lnTo>
                    <a:pt x="996555" y="185842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273136" y="6051737"/>
              <a:ext cx="2416175" cy="1800225"/>
            </a:xfrm>
            <a:custGeom>
              <a:avLst/>
              <a:gdLst/>
              <a:ahLst/>
              <a:cxnLst/>
              <a:rect l="l" t="t" r="r" b="b"/>
              <a:pathLst>
                <a:path w="2416175" h="1800225">
                  <a:moveTo>
                    <a:pt x="1207972" y="1799893"/>
                  </a:moveTo>
                  <a:lnTo>
                    <a:pt x="1159791" y="1794847"/>
                  </a:lnTo>
                  <a:lnTo>
                    <a:pt x="1113272" y="1779708"/>
                  </a:lnTo>
                  <a:lnTo>
                    <a:pt x="1070077" y="1754478"/>
                  </a:lnTo>
                  <a:lnTo>
                    <a:pt x="51399" y="1001829"/>
                  </a:lnTo>
                  <a:lnTo>
                    <a:pt x="13577" y="957003"/>
                  </a:lnTo>
                  <a:lnTo>
                    <a:pt x="0" y="899946"/>
                  </a:lnTo>
                  <a:lnTo>
                    <a:pt x="3485" y="870429"/>
                  </a:lnTo>
                  <a:lnTo>
                    <a:pt x="29730" y="818406"/>
                  </a:lnTo>
                  <a:lnTo>
                    <a:pt x="1070077" y="45415"/>
                  </a:lnTo>
                  <a:lnTo>
                    <a:pt x="1113272" y="20184"/>
                  </a:lnTo>
                  <a:lnTo>
                    <a:pt x="1159791" y="5046"/>
                  </a:lnTo>
                  <a:lnTo>
                    <a:pt x="1207972" y="0"/>
                  </a:lnTo>
                  <a:lnTo>
                    <a:pt x="1256153" y="5046"/>
                  </a:lnTo>
                  <a:lnTo>
                    <a:pt x="1302672" y="20184"/>
                  </a:lnTo>
                  <a:lnTo>
                    <a:pt x="1345867" y="45415"/>
                  </a:lnTo>
                  <a:lnTo>
                    <a:pt x="2364545" y="798063"/>
                  </a:lnTo>
                  <a:lnTo>
                    <a:pt x="2402367" y="842889"/>
                  </a:lnTo>
                  <a:lnTo>
                    <a:pt x="2415945" y="899946"/>
                  </a:lnTo>
                  <a:lnTo>
                    <a:pt x="2412459" y="929463"/>
                  </a:lnTo>
                  <a:lnTo>
                    <a:pt x="2386214" y="981486"/>
                  </a:lnTo>
                  <a:lnTo>
                    <a:pt x="1345867" y="1754478"/>
                  </a:lnTo>
                  <a:lnTo>
                    <a:pt x="1302672" y="1779708"/>
                  </a:lnTo>
                  <a:lnTo>
                    <a:pt x="1256153" y="1794847"/>
                  </a:lnTo>
                  <a:lnTo>
                    <a:pt x="1207972" y="1799893"/>
                  </a:lnTo>
                  <a:close/>
                </a:path>
              </a:pathLst>
            </a:custGeom>
            <a:solidFill>
              <a:srgbClr val="61A3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2727879" y="6582931"/>
            <a:ext cx="1506220" cy="69215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ctr" marL="12700" marR="5080" indent="-635">
              <a:lnSpc>
                <a:spcPts val="1720"/>
              </a:lnSpc>
              <a:spcBef>
                <a:spcPts val="220"/>
              </a:spcBef>
            </a:pPr>
            <a:r>
              <a:rPr dirty="0" sz="1500" spc="-10">
                <a:solidFill>
                  <a:srgbClr val="FFFFFF"/>
                </a:solidFill>
                <a:latin typeface="Arial MT"/>
                <a:cs typeface="Arial MT"/>
              </a:rPr>
              <a:t>Finding</a:t>
            </a:r>
            <a:r>
              <a:rPr dirty="0" sz="15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15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FFFFFF"/>
                </a:solidFill>
                <a:latin typeface="Arial MT"/>
                <a:cs typeface="Arial MT"/>
              </a:rPr>
              <a:t>role</a:t>
            </a:r>
            <a:r>
              <a:rPr dirty="0" sz="15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Arial MT"/>
                <a:cs typeface="Arial MT"/>
              </a:rPr>
              <a:t>by </a:t>
            </a:r>
            <a:r>
              <a:rPr dirty="0" sz="1500" spc="-10">
                <a:solidFill>
                  <a:srgbClr val="FFFFFF"/>
                </a:solidFill>
                <a:latin typeface="Arial MT"/>
                <a:cs typeface="Arial MT"/>
              </a:rPr>
              <a:t>common location/seniority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2400391" y="4255434"/>
            <a:ext cx="2161540" cy="1273175"/>
          </a:xfrm>
          <a:custGeom>
            <a:avLst/>
            <a:gdLst/>
            <a:ahLst/>
            <a:cxnLst/>
            <a:rect l="l" t="t" r="r" b="b"/>
            <a:pathLst>
              <a:path w="2161540" h="1273175">
                <a:moveTo>
                  <a:pt x="1080717" y="1272926"/>
                </a:moveTo>
                <a:lnTo>
                  <a:pt x="1029666" y="1268499"/>
                </a:lnTo>
                <a:lnTo>
                  <a:pt x="979802" y="1255220"/>
                </a:lnTo>
                <a:lnTo>
                  <a:pt x="932316" y="1233089"/>
                </a:lnTo>
                <a:lnTo>
                  <a:pt x="49519" y="722324"/>
                </a:lnTo>
                <a:lnTo>
                  <a:pt x="13267" y="686022"/>
                </a:lnTo>
                <a:lnTo>
                  <a:pt x="0" y="636463"/>
                </a:lnTo>
                <a:lnTo>
                  <a:pt x="3427" y="610603"/>
                </a:lnTo>
                <a:lnTo>
                  <a:pt x="28852" y="566519"/>
                </a:lnTo>
                <a:lnTo>
                  <a:pt x="932316" y="39837"/>
                </a:lnTo>
                <a:lnTo>
                  <a:pt x="979802" y="17705"/>
                </a:lnTo>
                <a:lnTo>
                  <a:pt x="1029666" y="4426"/>
                </a:lnTo>
                <a:lnTo>
                  <a:pt x="1080717" y="0"/>
                </a:lnTo>
                <a:lnTo>
                  <a:pt x="1131768" y="4426"/>
                </a:lnTo>
                <a:lnTo>
                  <a:pt x="1181631" y="17705"/>
                </a:lnTo>
                <a:lnTo>
                  <a:pt x="1229118" y="39837"/>
                </a:lnTo>
                <a:lnTo>
                  <a:pt x="2111915" y="550601"/>
                </a:lnTo>
                <a:lnTo>
                  <a:pt x="2148167" y="586904"/>
                </a:lnTo>
                <a:lnTo>
                  <a:pt x="2161435" y="636463"/>
                </a:lnTo>
                <a:lnTo>
                  <a:pt x="2158007" y="662322"/>
                </a:lnTo>
                <a:lnTo>
                  <a:pt x="2132582" y="706407"/>
                </a:lnTo>
                <a:lnTo>
                  <a:pt x="1229118" y="1233089"/>
                </a:lnTo>
                <a:lnTo>
                  <a:pt x="1181631" y="1255220"/>
                </a:lnTo>
                <a:lnTo>
                  <a:pt x="1131768" y="1268499"/>
                </a:lnTo>
                <a:lnTo>
                  <a:pt x="1080717" y="127292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2740503" y="4647814"/>
            <a:ext cx="148082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-50" b="1">
                <a:solidFill>
                  <a:srgbClr val="FFFFFF"/>
                </a:solidFill>
                <a:latin typeface="Trebuchet MS"/>
                <a:cs typeface="Trebuchet MS"/>
              </a:rPr>
              <a:t>Employee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4" name="object 64" descr=""/>
          <p:cNvSpPr/>
          <p:nvPr/>
        </p:nvSpPr>
        <p:spPr>
          <a:xfrm>
            <a:off x="585838" y="0"/>
            <a:ext cx="17702530" cy="10287635"/>
          </a:xfrm>
          <a:custGeom>
            <a:avLst/>
            <a:gdLst/>
            <a:ahLst/>
            <a:cxnLst/>
            <a:rect l="l" t="t" r="r" b="b"/>
            <a:pathLst>
              <a:path w="17702530" h="10287635">
                <a:moveTo>
                  <a:pt x="2707271" y="2010587"/>
                </a:moveTo>
                <a:lnTo>
                  <a:pt x="2661285" y="1991550"/>
                </a:lnTo>
                <a:lnTo>
                  <a:pt x="2617292" y="1972627"/>
                </a:lnTo>
                <a:lnTo>
                  <a:pt x="2573769" y="1952244"/>
                </a:lnTo>
                <a:lnTo>
                  <a:pt x="2532278" y="1930044"/>
                </a:lnTo>
                <a:lnTo>
                  <a:pt x="2494343" y="1905723"/>
                </a:lnTo>
                <a:lnTo>
                  <a:pt x="2461539" y="1878926"/>
                </a:lnTo>
                <a:lnTo>
                  <a:pt x="2433002" y="1843849"/>
                </a:lnTo>
                <a:lnTo>
                  <a:pt x="2412161" y="1803527"/>
                </a:lnTo>
                <a:lnTo>
                  <a:pt x="2395626" y="1760207"/>
                </a:lnTo>
                <a:lnTo>
                  <a:pt x="2379992" y="1716074"/>
                </a:lnTo>
                <a:lnTo>
                  <a:pt x="2368486" y="1684299"/>
                </a:lnTo>
                <a:lnTo>
                  <a:pt x="2358656" y="1654162"/>
                </a:lnTo>
                <a:lnTo>
                  <a:pt x="2348433" y="1618627"/>
                </a:lnTo>
                <a:lnTo>
                  <a:pt x="2335733" y="1570621"/>
                </a:lnTo>
                <a:lnTo>
                  <a:pt x="2333815" y="1563141"/>
                </a:lnTo>
                <a:lnTo>
                  <a:pt x="2323312" y="1563141"/>
                </a:lnTo>
                <a:lnTo>
                  <a:pt x="2308517" y="1617764"/>
                </a:lnTo>
                <a:lnTo>
                  <a:pt x="2288298" y="1682610"/>
                </a:lnTo>
                <a:lnTo>
                  <a:pt x="2277160" y="1716074"/>
                </a:lnTo>
                <a:lnTo>
                  <a:pt x="2262594" y="1760232"/>
                </a:lnTo>
                <a:lnTo>
                  <a:pt x="2245944" y="1803565"/>
                </a:lnTo>
                <a:lnTo>
                  <a:pt x="2224506" y="1843849"/>
                </a:lnTo>
                <a:lnTo>
                  <a:pt x="2195614" y="1878926"/>
                </a:lnTo>
                <a:lnTo>
                  <a:pt x="2162111" y="1905685"/>
                </a:lnTo>
                <a:lnTo>
                  <a:pt x="2122360" y="1929993"/>
                </a:lnTo>
                <a:lnTo>
                  <a:pt x="2078418" y="1952167"/>
                </a:lnTo>
                <a:lnTo>
                  <a:pt x="2032368" y="1972538"/>
                </a:lnTo>
                <a:lnTo>
                  <a:pt x="1986241" y="1991436"/>
                </a:lnTo>
                <a:lnTo>
                  <a:pt x="1942109" y="2009203"/>
                </a:lnTo>
                <a:lnTo>
                  <a:pt x="1936051" y="2011667"/>
                </a:lnTo>
                <a:lnTo>
                  <a:pt x="1935988" y="2020252"/>
                </a:lnTo>
                <a:lnTo>
                  <a:pt x="1941995" y="2022843"/>
                </a:lnTo>
                <a:lnTo>
                  <a:pt x="2049754" y="2068207"/>
                </a:lnTo>
                <a:lnTo>
                  <a:pt x="2095169" y="2089111"/>
                </a:lnTo>
                <a:lnTo>
                  <a:pt x="2135340" y="2111400"/>
                </a:lnTo>
                <a:lnTo>
                  <a:pt x="2170557" y="2137003"/>
                </a:lnTo>
                <a:lnTo>
                  <a:pt x="2201113" y="2167826"/>
                </a:lnTo>
                <a:lnTo>
                  <a:pt x="2227313" y="2205812"/>
                </a:lnTo>
                <a:lnTo>
                  <a:pt x="2254326" y="2262340"/>
                </a:lnTo>
                <a:lnTo>
                  <a:pt x="2278570" y="2330742"/>
                </a:lnTo>
                <a:lnTo>
                  <a:pt x="2297811" y="2392883"/>
                </a:lnTo>
                <a:lnTo>
                  <a:pt x="2307856" y="2425623"/>
                </a:lnTo>
                <a:lnTo>
                  <a:pt x="2321534" y="2467914"/>
                </a:lnTo>
                <a:lnTo>
                  <a:pt x="2323782" y="2474696"/>
                </a:lnTo>
                <a:lnTo>
                  <a:pt x="2333383" y="2474696"/>
                </a:lnTo>
                <a:lnTo>
                  <a:pt x="2335631" y="2467914"/>
                </a:lnTo>
                <a:lnTo>
                  <a:pt x="2349296" y="2425623"/>
                </a:lnTo>
                <a:lnTo>
                  <a:pt x="2359342" y="2392883"/>
                </a:lnTo>
                <a:lnTo>
                  <a:pt x="2368283" y="2363355"/>
                </a:lnTo>
                <a:lnTo>
                  <a:pt x="2378595" y="2330742"/>
                </a:lnTo>
                <a:lnTo>
                  <a:pt x="2390864" y="2294369"/>
                </a:lnTo>
                <a:lnTo>
                  <a:pt x="2415502" y="2233282"/>
                </a:lnTo>
                <a:lnTo>
                  <a:pt x="2455964" y="2167763"/>
                </a:lnTo>
                <a:lnTo>
                  <a:pt x="2486253" y="2136686"/>
                </a:lnTo>
                <a:lnTo>
                  <a:pt x="2520823" y="2110778"/>
                </a:lnTo>
                <a:lnTo>
                  <a:pt x="2559812" y="2088235"/>
                </a:lnTo>
                <a:lnTo>
                  <a:pt x="2603322" y="2067280"/>
                </a:lnTo>
                <a:lnTo>
                  <a:pt x="2651480" y="2046097"/>
                </a:lnTo>
                <a:lnTo>
                  <a:pt x="2704388" y="2022894"/>
                </a:lnTo>
                <a:lnTo>
                  <a:pt x="2707271" y="2021611"/>
                </a:lnTo>
                <a:lnTo>
                  <a:pt x="2707271" y="2010587"/>
                </a:lnTo>
                <a:close/>
              </a:path>
              <a:path w="17702530" h="10287635">
                <a:moveTo>
                  <a:pt x="3473475" y="10287013"/>
                </a:moveTo>
                <a:lnTo>
                  <a:pt x="3434943" y="10209886"/>
                </a:lnTo>
                <a:lnTo>
                  <a:pt x="3410762" y="10165728"/>
                </a:lnTo>
                <a:lnTo>
                  <a:pt x="3385413" y="10122217"/>
                </a:lnTo>
                <a:lnTo>
                  <a:pt x="3358908" y="10079355"/>
                </a:lnTo>
                <a:lnTo>
                  <a:pt x="3331235" y="10037178"/>
                </a:lnTo>
                <a:lnTo>
                  <a:pt x="3302406" y="9995675"/>
                </a:lnTo>
                <a:lnTo>
                  <a:pt x="3272967" y="9955581"/>
                </a:lnTo>
                <a:lnTo>
                  <a:pt x="3273171" y="9955809"/>
                </a:lnTo>
                <a:lnTo>
                  <a:pt x="3241332" y="9914750"/>
                </a:lnTo>
                <a:lnTo>
                  <a:pt x="3209074" y="9875342"/>
                </a:lnTo>
                <a:lnTo>
                  <a:pt x="3176981" y="9838131"/>
                </a:lnTo>
                <a:lnTo>
                  <a:pt x="3141205" y="9798698"/>
                </a:lnTo>
                <a:lnTo>
                  <a:pt x="3105581" y="9761474"/>
                </a:lnTo>
                <a:lnTo>
                  <a:pt x="3068840" y="9725000"/>
                </a:lnTo>
                <a:lnTo>
                  <a:pt x="3033623" y="9691751"/>
                </a:lnTo>
                <a:lnTo>
                  <a:pt x="2997746" y="9659556"/>
                </a:lnTo>
                <a:lnTo>
                  <a:pt x="2961233" y="9628403"/>
                </a:lnTo>
                <a:lnTo>
                  <a:pt x="2924098" y="9598317"/>
                </a:lnTo>
                <a:lnTo>
                  <a:pt x="2886379" y="9569272"/>
                </a:lnTo>
                <a:lnTo>
                  <a:pt x="2848076" y="9541294"/>
                </a:lnTo>
                <a:lnTo>
                  <a:pt x="2809240" y="9514357"/>
                </a:lnTo>
                <a:lnTo>
                  <a:pt x="2769857" y="9488487"/>
                </a:lnTo>
                <a:lnTo>
                  <a:pt x="2729966" y="9463672"/>
                </a:lnTo>
                <a:lnTo>
                  <a:pt x="2689593" y="9439910"/>
                </a:lnTo>
                <a:lnTo>
                  <a:pt x="2648750" y="9417215"/>
                </a:lnTo>
                <a:lnTo>
                  <a:pt x="2607475" y="9395587"/>
                </a:lnTo>
                <a:lnTo>
                  <a:pt x="2565755" y="9375013"/>
                </a:lnTo>
                <a:lnTo>
                  <a:pt x="2523642" y="9355506"/>
                </a:lnTo>
                <a:lnTo>
                  <a:pt x="2481148" y="9337053"/>
                </a:lnTo>
                <a:lnTo>
                  <a:pt x="2438285" y="9319679"/>
                </a:lnTo>
                <a:lnTo>
                  <a:pt x="2395080" y="9303360"/>
                </a:lnTo>
                <a:lnTo>
                  <a:pt x="2351570" y="9288120"/>
                </a:lnTo>
                <a:lnTo>
                  <a:pt x="2307755" y="9273946"/>
                </a:lnTo>
                <a:lnTo>
                  <a:pt x="2263660" y="9260840"/>
                </a:lnTo>
                <a:lnTo>
                  <a:pt x="2219312" y="9248800"/>
                </a:lnTo>
                <a:lnTo>
                  <a:pt x="2174722" y="9237840"/>
                </a:lnTo>
                <a:lnTo>
                  <a:pt x="2129929" y="9227947"/>
                </a:lnTo>
                <a:lnTo>
                  <a:pt x="2084933" y="9219133"/>
                </a:lnTo>
                <a:lnTo>
                  <a:pt x="2039772" y="9211399"/>
                </a:lnTo>
                <a:lnTo>
                  <a:pt x="1994458" y="9204731"/>
                </a:lnTo>
                <a:lnTo>
                  <a:pt x="1949018" y="9199156"/>
                </a:lnTo>
                <a:lnTo>
                  <a:pt x="1903476" y="9194648"/>
                </a:lnTo>
                <a:lnTo>
                  <a:pt x="1857832" y="9191219"/>
                </a:lnTo>
                <a:lnTo>
                  <a:pt x="1812137" y="9188882"/>
                </a:lnTo>
                <a:lnTo>
                  <a:pt x="1766392" y="9187612"/>
                </a:lnTo>
                <a:lnTo>
                  <a:pt x="1720621" y="9187434"/>
                </a:lnTo>
                <a:lnTo>
                  <a:pt x="1674850" y="9188336"/>
                </a:lnTo>
                <a:lnTo>
                  <a:pt x="1629092" y="9190330"/>
                </a:lnTo>
                <a:lnTo>
                  <a:pt x="1583372" y="9193403"/>
                </a:lnTo>
                <a:lnTo>
                  <a:pt x="1537716" y="9197569"/>
                </a:lnTo>
                <a:lnTo>
                  <a:pt x="1492148" y="9202826"/>
                </a:lnTo>
                <a:lnTo>
                  <a:pt x="1446682" y="9209164"/>
                </a:lnTo>
                <a:lnTo>
                  <a:pt x="1401330" y="9216606"/>
                </a:lnTo>
                <a:lnTo>
                  <a:pt x="1356131" y="9225128"/>
                </a:lnTo>
                <a:lnTo>
                  <a:pt x="1311109" y="9234741"/>
                </a:lnTo>
                <a:lnTo>
                  <a:pt x="1266253" y="9245460"/>
                </a:lnTo>
                <a:lnTo>
                  <a:pt x="1221625" y="9257271"/>
                </a:lnTo>
                <a:lnTo>
                  <a:pt x="1177213" y="9270174"/>
                </a:lnTo>
                <a:lnTo>
                  <a:pt x="1133055" y="9284170"/>
                </a:lnTo>
                <a:lnTo>
                  <a:pt x="1089177" y="9299270"/>
                </a:lnTo>
                <a:lnTo>
                  <a:pt x="1045578" y="9315475"/>
                </a:lnTo>
                <a:lnTo>
                  <a:pt x="1002296" y="9332773"/>
                </a:lnTo>
                <a:lnTo>
                  <a:pt x="959358" y="9351175"/>
                </a:lnTo>
                <a:lnTo>
                  <a:pt x="916774" y="9370682"/>
                </a:lnTo>
                <a:lnTo>
                  <a:pt x="874560" y="9391294"/>
                </a:lnTo>
                <a:lnTo>
                  <a:pt x="832751" y="9413011"/>
                </a:lnTo>
                <a:lnTo>
                  <a:pt x="791362" y="9435833"/>
                </a:lnTo>
                <a:lnTo>
                  <a:pt x="750417" y="9459760"/>
                </a:lnTo>
                <a:lnTo>
                  <a:pt x="709930" y="9484792"/>
                </a:lnTo>
                <a:lnTo>
                  <a:pt x="669912" y="9510941"/>
                </a:lnTo>
                <a:lnTo>
                  <a:pt x="630415" y="9538208"/>
                </a:lnTo>
                <a:lnTo>
                  <a:pt x="591439" y="9566567"/>
                </a:lnTo>
                <a:lnTo>
                  <a:pt x="553008" y="9596056"/>
                </a:lnTo>
                <a:lnTo>
                  <a:pt x="512762" y="9628581"/>
                </a:lnTo>
                <a:lnTo>
                  <a:pt x="473544" y="9661957"/>
                </a:lnTo>
                <a:lnTo>
                  <a:pt x="435368" y="9696183"/>
                </a:lnTo>
                <a:lnTo>
                  <a:pt x="398233" y="9731235"/>
                </a:lnTo>
                <a:lnTo>
                  <a:pt x="362140" y="9767125"/>
                </a:lnTo>
                <a:lnTo>
                  <a:pt x="327113" y="9803841"/>
                </a:lnTo>
                <a:lnTo>
                  <a:pt x="293141" y="9841357"/>
                </a:lnTo>
                <a:lnTo>
                  <a:pt x="260235" y="9879673"/>
                </a:lnTo>
                <a:lnTo>
                  <a:pt x="228409" y="9918776"/>
                </a:lnTo>
                <a:lnTo>
                  <a:pt x="197662" y="9958667"/>
                </a:lnTo>
                <a:lnTo>
                  <a:pt x="168008" y="9999332"/>
                </a:lnTo>
                <a:lnTo>
                  <a:pt x="139458" y="10040760"/>
                </a:lnTo>
                <a:lnTo>
                  <a:pt x="112001" y="10082936"/>
                </a:lnTo>
                <a:lnTo>
                  <a:pt x="85661" y="10125862"/>
                </a:lnTo>
                <a:lnTo>
                  <a:pt x="60426" y="10169512"/>
                </a:lnTo>
                <a:lnTo>
                  <a:pt x="36322" y="10213899"/>
                </a:lnTo>
                <a:lnTo>
                  <a:pt x="13347" y="10259009"/>
                </a:lnTo>
                <a:lnTo>
                  <a:pt x="0" y="10287000"/>
                </a:lnTo>
                <a:lnTo>
                  <a:pt x="988542" y="10287000"/>
                </a:lnTo>
                <a:lnTo>
                  <a:pt x="994232" y="10281679"/>
                </a:lnTo>
                <a:lnTo>
                  <a:pt x="1030846" y="10250170"/>
                </a:lnTo>
                <a:lnTo>
                  <a:pt x="1068387" y="10220528"/>
                </a:lnTo>
                <a:lnTo>
                  <a:pt x="1106805" y="10192728"/>
                </a:lnTo>
                <a:lnTo>
                  <a:pt x="1146035" y="10166769"/>
                </a:lnTo>
                <a:lnTo>
                  <a:pt x="1186014" y="10142664"/>
                </a:lnTo>
                <a:lnTo>
                  <a:pt x="1226705" y="10120389"/>
                </a:lnTo>
                <a:lnTo>
                  <a:pt x="1268006" y="10099980"/>
                </a:lnTo>
                <a:lnTo>
                  <a:pt x="1309954" y="10081362"/>
                </a:lnTo>
                <a:lnTo>
                  <a:pt x="1352410" y="10064598"/>
                </a:lnTo>
                <a:lnTo>
                  <a:pt x="1395336" y="10049650"/>
                </a:lnTo>
                <a:lnTo>
                  <a:pt x="1438668" y="10036543"/>
                </a:lnTo>
                <a:lnTo>
                  <a:pt x="1482382" y="10025253"/>
                </a:lnTo>
                <a:lnTo>
                  <a:pt x="1526387" y="10015779"/>
                </a:lnTo>
                <a:lnTo>
                  <a:pt x="1570647" y="10008133"/>
                </a:lnTo>
                <a:lnTo>
                  <a:pt x="1615097" y="10002291"/>
                </a:lnTo>
                <a:lnTo>
                  <a:pt x="1659674" y="9998253"/>
                </a:lnTo>
                <a:lnTo>
                  <a:pt x="1704340" y="9996043"/>
                </a:lnTo>
                <a:lnTo>
                  <a:pt x="1749018" y="9995624"/>
                </a:lnTo>
                <a:lnTo>
                  <a:pt x="1793659" y="9997008"/>
                </a:lnTo>
                <a:lnTo>
                  <a:pt x="1838223" y="10000196"/>
                </a:lnTo>
                <a:lnTo>
                  <a:pt x="1882622" y="10005174"/>
                </a:lnTo>
                <a:lnTo>
                  <a:pt x="1926831" y="10011956"/>
                </a:lnTo>
                <a:lnTo>
                  <a:pt x="1970760" y="10020516"/>
                </a:lnTo>
                <a:lnTo>
                  <a:pt x="2014385" y="10030879"/>
                </a:lnTo>
                <a:lnTo>
                  <a:pt x="2057628" y="10043020"/>
                </a:lnTo>
                <a:lnTo>
                  <a:pt x="2100440" y="10056939"/>
                </a:lnTo>
                <a:lnTo>
                  <a:pt x="2142756" y="10072637"/>
                </a:lnTo>
                <a:lnTo>
                  <a:pt x="2184539" y="10090112"/>
                </a:lnTo>
                <a:lnTo>
                  <a:pt x="2225713" y="10109365"/>
                </a:lnTo>
                <a:lnTo>
                  <a:pt x="2266226" y="10130384"/>
                </a:lnTo>
                <a:lnTo>
                  <a:pt x="2306028" y="10153167"/>
                </a:lnTo>
                <a:lnTo>
                  <a:pt x="2345067" y="10177716"/>
                </a:lnTo>
                <a:lnTo>
                  <a:pt x="2383269" y="10204031"/>
                </a:lnTo>
                <a:lnTo>
                  <a:pt x="2420582" y="10232098"/>
                </a:lnTo>
                <a:lnTo>
                  <a:pt x="2456954" y="10261917"/>
                </a:lnTo>
                <a:lnTo>
                  <a:pt x="2485047" y="10287000"/>
                </a:lnTo>
                <a:lnTo>
                  <a:pt x="3473475" y="10287013"/>
                </a:lnTo>
                <a:close/>
              </a:path>
              <a:path w="17702530" h="10287635">
                <a:moveTo>
                  <a:pt x="3854704" y="2667114"/>
                </a:moveTo>
                <a:lnTo>
                  <a:pt x="3852964" y="2661297"/>
                </a:lnTo>
                <a:lnTo>
                  <a:pt x="3847960" y="2657170"/>
                </a:lnTo>
                <a:lnTo>
                  <a:pt x="3800551" y="2637574"/>
                </a:lnTo>
                <a:lnTo>
                  <a:pt x="3751935" y="2617114"/>
                </a:lnTo>
                <a:lnTo>
                  <a:pt x="3703078" y="2595549"/>
                </a:lnTo>
                <a:lnTo>
                  <a:pt x="3654933" y="2572702"/>
                </a:lnTo>
                <a:lnTo>
                  <a:pt x="3608463" y="2548344"/>
                </a:lnTo>
                <a:lnTo>
                  <a:pt x="3564648" y="2522283"/>
                </a:lnTo>
                <a:lnTo>
                  <a:pt x="3524466" y="2494305"/>
                </a:lnTo>
                <a:lnTo>
                  <a:pt x="3488855" y="2464206"/>
                </a:lnTo>
                <a:lnTo>
                  <a:pt x="3453981" y="2423401"/>
                </a:lnTo>
                <a:lnTo>
                  <a:pt x="3427069" y="2377211"/>
                </a:lnTo>
                <a:lnTo>
                  <a:pt x="3405505" y="2327338"/>
                </a:lnTo>
                <a:lnTo>
                  <a:pt x="3386734" y="2275446"/>
                </a:lnTo>
                <a:lnTo>
                  <a:pt x="3368167" y="2223211"/>
                </a:lnTo>
                <a:lnTo>
                  <a:pt x="3351149" y="2176183"/>
                </a:lnTo>
                <a:lnTo>
                  <a:pt x="3336594" y="2131593"/>
                </a:lnTo>
                <a:lnTo>
                  <a:pt x="3321469" y="2078990"/>
                </a:lnTo>
                <a:lnTo>
                  <a:pt x="3302673" y="2007971"/>
                </a:lnTo>
                <a:lnTo>
                  <a:pt x="3298558" y="2001812"/>
                </a:lnTo>
                <a:lnTo>
                  <a:pt x="3292056" y="1999742"/>
                </a:lnTo>
                <a:lnTo>
                  <a:pt x="3285553" y="2001786"/>
                </a:lnTo>
                <a:lnTo>
                  <a:pt x="3281426" y="2007933"/>
                </a:lnTo>
                <a:lnTo>
                  <a:pt x="3262388" y="2077732"/>
                </a:lnTo>
                <a:lnTo>
                  <a:pt x="3247009" y="2129091"/>
                </a:lnTo>
                <a:lnTo>
                  <a:pt x="3232467" y="2173694"/>
                </a:lnTo>
                <a:lnTo>
                  <a:pt x="3215995" y="2223211"/>
                </a:lnTo>
                <a:lnTo>
                  <a:pt x="3198876" y="2275484"/>
                </a:lnTo>
                <a:lnTo>
                  <a:pt x="3180283" y="2327389"/>
                </a:lnTo>
                <a:lnTo>
                  <a:pt x="3158185" y="2377249"/>
                </a:lnTo>
                <a:lnTo>
                  <a:pt x="3130537" y="2423401"/>
                </a:lnTo>
                <a:lnTo>
                  <a:pt x="3095320" y="2464206"/>
                </a:lnTo>
                <a:lnTo>
                  <a:pt x="3059112" y="2494267"/>
                </a:lnTo>
                <a:lnTo>
                  <a:pt x="3017291" y="2522207"/>
                </a:lnTo>
                <a:lnTo>
                  <a:pt x="2971114" y="2548255"/>
                </a:lnTo>
                <a:lnTo>
                  <a:pt x="2921901" y="2572588"/>
                </a:lnTo>
                <a:lnTo>
                  <a:pt x="2870898" y="2595410"/>
                </a:lnTo>
                <a:lnTo>
                  <a:pt x="2819425" y="2616962"/>
                </a:lnTo>
                <a:lnTo>
                  <a:pt x="2720175" y="2656979"/>
                </a:lnTo>
                <a:lnTo>
                  <a:pt x="2715120" y="2661145"/>
                </a:lnTo>
                <a:lnTo>
                  <a:pt x="2713393" y="2667012"/>
                </a:lnTo>
                <a:lnTo>
                  <a:pt x="2715018" y="2672918"/>
                </a:lnTo>
                <a:lnTo>
                  <a:pt x="2720009" y="2677172"/>
                </a:lnTo>
                <a:lnTo>
                  <a:pt x="2779776" y="2702458"/>
                </a:lnTo>
                <a:lnTo>
                  <a:pt x="2835237" y="2725534"/>
                </a:lnTo>
                <a:lnTo>
                  <a:pt x="2886557" y="2747378"/>
                </a:lnTo>
                <a:lnTo>
                  <a:pt x="2933877" y="2768981"/>
                </a:lnTo>
                <a:lnTo>
                  <a:pt x="2977350" y="2791295"/>
                </a:lnTo>
                <a:lnTo>
                  <a:pt x="3017126" y="2815323"/>
                </a:lnTo>
                <a:lnTo>
                  <a:pt x="3053346" y="2842018"/>
                </a:lnTo>
                <a:lnTo>
                  <a:pt x="3086176" y="2872371"/>
                </a:lnTo>
                <a:lnTo>
                  <a:pt x="3115741" y="2907347"/>
                </a:lnTo>
                <a:lnTo>
                  <a:pt x="3142221" y="2947936"/>
                </a:lnTo>
                <a:lnTo>
                  <a:pt x="3163455" y="2988602"/>
                </a:lnTo>
                <a:lnTo>
                  <a:pt x="3182201" y="3031591"/>
                </a:lnTo>
                <a:lnTo>
                  <a:pt x="3199917" y="3078988"/>
                </a:lnTo>
                <a:lnTo>
                  <a:pt x="3218078" y="3132810"/>
                </a:lnTo>
                <a:lnTo>
                  <a:pt x="3233343" y="3181083"/>
                </a:lnTo>
                <a:lnTo>
                  <a:pt x="3246551" y="3224771"/>
                </a:lnTo>
                <a:lnTo>
                  <a:pt x="3261423" y="3273221"/>
                </a:lnTo>
                <a:lnTo>
                  <a:pt x="3281654" y="3335820"/>
                </a:lnTo>
                <a:lnTo>
                  <a:pt x="3285858" y="3341459"/>
                </a:lnTo>
                <a:lnTo>
                  <a:pt x="3292081" y="3343338"/>
                </a:lnTo>
                <a:lnTo>
                  <a:pt x="3298317" y="3341459"/>
                </a:lnTo>
                <a:lnTo>
                  <a:pt x="3302508" y="3335820"/>
                </a:lnTo>
                <a:lnTo>
                  <a:pt x="3322739" y="3273221"/>
                </a:lnTo>
                <a:lnTo>
                  <a:pt x="3337610" y="3224771"/>
                </a:lnTo>
                <a:lnTo>
                  <a:pt x="3350831" y="3181083"/>
                </a:lnTo>
                <a:lnTo>
                  <a:pt x="3366097" y="3132810"/>
                </a:lnTo>
                <a:lnTo>
                  <a:pt x="3384245" y="3078988"/>
                </a:lnTo>
                <a:lnTo>
                  <a:pt x="3401974" y="3031604"/>
                </a:lnTo>
                <a:lnTo>
                  <a:pt x="3420719" y="2988602"/>
                </a:lnTo>
                <a:lnTo>
                  <a:pt x="3441954" y="2947936"/>
                </a:lnTo>
                <a:lnTo>
                  <a:pt x="3468357" y="2907322"/>
                </a:lnTo>
                <a:lnTo>
                  <a:pt x="3497770" y="2872155"/>
                </a:lnTo>
                <a:lnTo>
                  <a:pt x="3530244" y="2841510"/>
                </a:lnTo>
                <a:lnTo>
                  <a:pt x="3565829" y="2814485"/>
                </a:lnTo>
                <a:lnTo>
                  <a:pt x="3604603" y="2790177"/>
                </a:lnTo>
                <a:lnTo>
                  <a:pt x="3646601" y="2767647"/>
                </a:lnTo>
                <a:lnTo>
                  <a:pt x="3691915" y="2746006"/>
                </a:lnTo>
                <a:lnTo>
                  <a:pt x="3740581" y="2724340"/>
                </a:lnTo>
                <a:lnTo>
                  <a:pt x="3792664" y="2701721"/>
                </a:lnTo>
                <a:lnTo>
                  <a:pt x="3848227" y="2677261"/>
                </a:lnTo>
                <a:lnTo>
                  <a:pt x="3853129" y="2672981"/>
                </a:lnTo>
                <a:lnTo>
                  <a:pt x="3854704" y="2667114"/>
                </a:lnTo>
                <a:close/>
              </a:path>
              <a:path w="17702530" h="10287635">
                <a:moveTo>
                  <a:pt x="17702149" y="1171511"/>
                </a:moveTo>
                <a:lnTo>
                  <a:pt x="17628121" y="1203515"/>
                </a:lnTo>
                <a:lnTo>
                  <a:pt x="17581906" y="1220520"/>
                </a:lnTo>
                <a:lnTo>
                  <a:pt x="17534890" y="1235735"/>
                </a:lnTo>
                <a:lnTo>
                  <a:pt x="17487100" y="1249159"/>
                </a:lnTo>
                <a:lnTo>
                  <a:pt x="17439602" y="1260538"/>
                </a:lnTo>
                <a:lnTo>
                  <a:pt x="17392676" y="1269961"/>
                </a:lnTo>
                <a:lnTo>
                  <a:pt x="17345597" y="1277607"/>
                </a:lnTo>
                <a:lnTo>
                  <a:pt x="17298632" y="1283436"/>
                </a:lnTo>
                <a:lnTo>
                  <a:pt x="17251833" y="1287487"/>
                </a:lnTo>
                <a:lnTo>
                  <a:pt x="17205236" y="1289773"/>
                </a:lnTo>
                <a:lnTo>
                  <a:pt x="17158894" y="1290307"/>
                </a:lnTo>
                <a:lnTo>
                  <a:pt x="17112819" y="1289138"/>
                </a:lnTo>
                <a:lnTo>
                  <a:pt x="17067060" y="1286281"/>
                </a:lnTo>
                <a:lnTo>
                  <a:pt x="17021658" y="1281760"/>
                </a:lnTo>
                <a:lnTo>
                  <a:pt x="16976649" y="1275588"/>
                </a:lnTo>
                <a:lnTo>
                  <a:pt x="16932059" y="1267802"/>
                </a:lnTo>
                <a:lnTo>
                  <a:pt x="16887940" y="1258430"/>
                </a:lnTo>
                <a:lnTo>
                  <a:pt x="16844429" y="1247495"/>
                </a:lnTo>
                <a:lnTo>
                  <a:pt x="16801249" y="1234986"/>
                </a:lnTo>
                <a:lnTo>
                  <a:pt x="16758755" y="1220965"/>
                </a:lnTo>
                <a:lnTo>
                  <a:pt x="16716883" y="1205445"/>
                </a:lnTo>
                <a:lnTo>
                  <a:pt x="16675659" y="1188466"/>
                </a:lnTo>
                <a:lnTo>
                  <a:pt x="16635121" y="1170025"/>
                </a:lnTo>
                <a:lnTo>
                  <a:pt x="16595319" y="1150162"/>
                </a:lnTo>
                <a:lnTo>
                  <a:pt x="16556279" y="1128903"/>
                </a:lnTo>
                <a:lnTo>
                  <a:pt x="16518039" y="1106258"/>
                </a:lnTo>
                <a:lnTo>
                  <a:pt x="16480651" y="1082268"/>
                </a:lnTo>
                <a:lnTo>
                  <a:pt x="16444138" y="1056957"/>
                </a:lnTo>
                <a:lnTo>
                  <a:pt x="16408540" y="1030325"/>
                </a:lnTo>
                <a:lnTo>
                  <a:pt x="16373894" y="1002423"/>
                </a:lnTo>
                <a:lnTo>
                  <a:pt x="16340239" y="973264"/>
                </a:lnTo>
                <a:lnTo>
                  <a:pt x="16307613" y="942860"/>
                </a:lnTo>
                <a:lnTo>
                  <a:pt x="16276066" y="911263"/>
                </a:lnTo>
                <a:lnTo>
                  <a:pt x="16245612" y="878471"/>
                </a:lnTo>
                <a:lnTo>
                  <a:pt x="16216300" y="844524"/>
                </a:lnTo>
                <a:lnTo>
                  <a:pt x="16188170" y="809447"/>
                </a:lnTo>
                <a:lnTo>
                  <a:pt x="16161246" y="773252"/>
                </a:lnTo>
                <a:lnTo>
                  <a:pt x="16135592" y="735965"/>
                </a:lnTo>
                <a:lnTo>
                  <a:pt x="16111220" y="697611"/>
                </a:lnTo>
                <a:lnTo>
                  <a:pt x="16088170" y="658228"/>
                </a:lnTo>
                <a:lnTo>
                  <a:pt x="16066504" y="617829"/>
                </a:lnTo>
                <a:lnTo>
                  <a:pt x="16046234" y="576440"/>
                </a:lnTo>
                <a:lnTo>
                  <a:pt x="16027400" y="534073"/>
                </a:lnTo>
                <a:lnTo>
                  <a:pt x="16010052" y="490766"/>
                </a:lnTo>
                <a:lnTo>
                  <a:pt x="15994215" y="446544"/>
                </a:lnTo>
                <a:lnTo>
                  <a:pt x="15979940" y="401434"/>
                </a:lnTo>
                <a:lnTo>
                  <a:pt x="15967253" y="355434"/>
                </a:lnTo>
                <a:lnTo>
                  <a:pt x="15956204" y="308597"/>
                </a:lnTo>
                <a:lnTo>
                  <a:pt x="15946806" y="260946"/>
                </a:lnTo>
                <a:lnTo>
                  <a:pt x="15939072" y="211886"/>
                </a:lnTo>
                <a:lnTo>
                  <a:pt x="15933306" y="162775"/>
                </a:lnTo>
                <a:lnTo>
                  <a:pt x="15929509" y="113652"/>
                </a:lnTo>
                <a:lnTo>
                  <a:pt x="15927667" y="64528"/>
                </a:lnTo>
                <a:lnTo>
                  <a:pt x="15927794" y="15443"/>
                </a:lnTo>
                <a:lnTo>
                  <a:pt x="15928455" y="0"/>
                </a:lnTo>
                <a:lnTo>
                  <a:pt x="15022373" y="0"/>
                </a:lnTo>
                <a:lnTo>
                  <a:pt x="15021865" y="43878"/>
                </a:lnTo>
                <a:lnTo>
                  <a:pt x="15022487" y="94589"/>
                </a:lnTo>
                <a:lnTo>
                  <a:pt x="15024316" y="145313"/>
                </a:lnTo>
                <a:lnTo>
                  <a:pt x="15027364" y="196024"/>
                </a:lnTo>
                <a:lnTo>
                  <a:pt x="15031631" y="246710"/>
                </a:lnTo>
                <a:lnTo>
                  <a:pt x="15037092" y="297383"/>
                </a:lnTo>
                <a:lnTo>
                  <a:pt x="15043785" y="348018"/>
                </a:lnTo>
                <a:lnTo>
                  <a:pt x="15051685" y="398614"/>
                </a:lnTo>
                <a:lnTo>
                  <a:pt x="15060791" y="449160"/>
                </a:lnTo>
                <a:lnTo>
                  <a:pt x="15071116" y="499643"/>
                </a:lnTo>
                <a:lnTo>
                  <a:pt x="15082647" y="550049"/>
                </a:lnTo>
                <a:lnTo>
                  <a:pt x="15095385" y="600392"/>
                </a:lnTo>
                <a:lnTo>
                  <a:pt x="15109355" y="650633"/>
                </a:lnTo>
                <a:lnTo>
                  <a:pt x="15123376" y="697014"/>
                </a:lnTo>
                <a:lnTo>
                  <a:pt x="15138388" y="742886"/>
                </a:lnTo>
                <a:lnTo>
                  <a:pt x="15154351" y="788225"/>
                </a:lnTo>
                <a:lnTo>
                  <a:pt x="15171268" y="833018"/>
                </a:lnTo>
                <a:lnTo>
                  <a:pt x="15189124" y="877252"/>
                </a:lnTo>
                <a:lnTo>
                  <a:pt x="15207895" y="920940"/>
                </a:lnTo>
                <a:lnTo>
                  <a:pt x="15227580" y="964057"/>
                </a:lnTo>
                <a:lnTo>
                  <a:pt x="15248154" y="1006602"/>
                </a:lnTo>
                <a:lnTo>
                  <a:pt x="15269604" y="1048550"/>
                </a:lnTo>
                <a:lnTo>
                  <a:pt x="15291918" y="1089901"/>
                </a:lnTo>
                <a:lnTo>
                  <a:pt x="15315083" y="1130655"/>
                </a:lnTo>
                <a:lnTo>
                  <a:pt x="15339086" y="1170787"/>
                </a:lnTo>
                <a:lnTo>
                  <a:pt x="15363901" y="1210297"/>
                </a:lnTo>
                <a:lnTo>
                  <a:pt x="15389530" y="1249184"/>
                </a:lnTo>
                <a:lnTo>
                  <a:pt x="15415959" y="1287424"/>
                </a:lnTo>
                <a:lnTo>
                  <a:pt x="15443162" y="1325003"/>
                </a:lnTo>
                <a:lnTo>
                  <a:pt x="15471128" y="1361935"/>
                </a:lnTo>
                <a:lnTo>
                  <a:pt x="15499842" y="1398193"/>
                </a:lnTo>
                <a:lnTo>
                  <a:pt x="15529294" y="1433779"/>
                </a:lnTo>
                <a:lnTo>
                  <a:pt x="15559456" y="1468666"/>
                </a:lnTo>
                <a:lnTo>
                  <a:pt x="15590342" y="1502867"/>
                </a:lnTo>
                <a:lnTo>
                  <a:pt x="15621915" y="1536357"/>
                </a:lnTo>
                <a:lnTo>
                  <a:pt x="15654173" y="1569135"/>
                </a:lnTo>
                <a:lnTo>
                  <a:pt x="15687091" y="1601190"/>
                </a:lnTo>
                <a:lnTo>
                  <a:pt x="15720657" y="1632508"/>
                </a:lnTo>
                <a:lnTo>
                  <a:pt x="15754871" y="1663090"/>
                </a:lnTo>
                <a:lnTo>
                  <a:pt x="15789694" y="1692910"/>
                </a:lnTo>
                <a:lnTo>
                  <a:pt x="15825127" y="1721980"/>
                </a:lnTo>
                <a:lnTo>
                  <a:pt x="15861157" y="1750275"/>
                </a:lnTo>
                <a:lnTo>
                  <a:pt x="15897771" y="1777796"/>
                </a:lnTo>
                <a:lnTo>
                  <a:pt x="15934944" y="1804530"/>
                </a:lnTo>
                <a:lnTo>
                  <a:pt x="15972676" y="1830463"/>
                </a:lnTo>
                <a:lnTo>
                  <a:pt x="16010941" y="1855597"/>
                </a:lnTo>
                <a:lnTo>
                  <a:pt x="16049727" y="1879904"/>
                </a:lnTo>
                <a:lnTo>
                  <a:pt x="16089021" y="1903399"/>
                </a:lnTo>
                <a:lnTo>
                  <a:pt x="16128810" y="1926043"/>
                </a:lnTo>
                <a:lnTo>
                  <a:pt x="16169081" y="1947862"/>
                </a:lnTo>
                <a:lnTo>
                  <a:pt x="16209810" y="1968817"/>
                </a:lnTo>
                <a:lnTo>
                  <a:pt x="16251009" y="1988921"/>
                </a:lnTo>
                <a:lnTo>
                  <a:pt x="16292627" y="2008149"/>
                </a:lnTo>
                <a:lnTo>
                  <a:pt x="16334677" y="2026500"/>
                </a:lnTo>
                <a:lnTo>
                  <a:pt x="16336036" y="2027059"/>
                </a:lnTo>
                <a:lnTo>
                  <a:pt x="16377133" y="2043963"/>
                </a:lnTo>
                <a:lnTo>
                  <a:pt x="16419983" y="2060536"/>
                </a:lnTo>
                <a:lnTo>
                  <a:pt x="16463226" y="2076196"/>
                </a:lnTo>
                <a:lnTo>
                  <a:pt x="16506825" y="2090940"/>
                </a:lnTo>
                <a:lnTo>
                  <a:pt x="16550780" y="2104758"/>
                </a:lnTo>
                <a:lnTo>
                  <a:pt x="16595065" y="2117636"/>
                </a:lnTo>
                <a:lnTo>
                  <a:pt x="16639680" y="2129586"/>
                </a:lnTo>
                <a:lnTo>
                  <a:pt x="16684600" y="2140572"/>
                </a:lnTo>
                <a:lnTo>
                  <a:pt x="16729825" y="2150605"/>
                </a:lnTo>
                <a:lnTo>
                  <a:pt x="16775329" y="2159660"/>
                </a:lnTo>
                <a:lnTo>
                  <a:pt x="16821087" y="2167737"/>
                </a:lnTo>
                <a:lnTo>
                  <a:pt x="16867112" y="2174824"/>
                </a:lnTo>
                <a:lnTo>
                  <a:pt x="16913365" y="2180920"/>
                </a:lnTo>
                <a:lnTo>
                  <a:pt x="16959860" y="2186000"/>
                </a:lnTo>
                <a:lnTo>
                  <a:pt x="17006545" y="2190077"/>
                </a:lnTo>
                <a:lnTo>
                  <a:pt x="17053433" y="2193112"/>
                </a:lnTo>
                <a:lnTo>
                  <a:pt x="17100512" y="2195118"/>
                </a:lnTo>
                <a:lnTo>
                  <a:pt x="17147744" y="2196084"/>
                </a:lnTo>
                <a:lnTo>
                  <a:pt x="17195140" y="2196007"/>
                </a:lnTo>
                <a:lnTo>
                  <a:pt x="17242663" y="2194852"/>
                </a:lnTo>
                <a:lnTo>
                  <a:pt x="17290326" y="2192629"/>
                </a:lnTo>
                <a:lnTo>
                  <a:pt x="17338091" y="2189340"/>
                </a:lnTo>
                <a:lnTo>
                  <a:pt x="17385957" y="2184946"/>
                </a:lnTo>
                <a:lnTo>
                  <a:pt x="17433900" y="2179459"/>
                </a:lnTo>
                <a:lnTo>
                  <a:pt x="17481919" y="2172868"/>
                </a:lnTo>
                <a:lnTo>
                  <a:pt x="17533379" y="2164600"/>
                </a:lnTo>
                <a:lnTo>
                  <a:pt x="17584420" y="2155202"/>
                </a:lnTo>
                <a:lnTo>
                  <a:pt x="17635284" y="2144611"/>
                </a:lnTo>
                <a:lnTo>
                  <a:pt x="17685195" y="2133015"/>
                </a:lnTo>
                <a:lnTo>
                  <a:pt x="17702149" y="2128659"/>
                </a:lnTo>
                <a:lnTo>
                  <a:pt x="17702149" y="1171511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6183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dirty="0" spc="-95"/>
              <a:t>Identifying</a:t>
            </a:r>
            <a:r>
              <a:rPr dirty="0" spc="-225"/>
              <a:t> </a:t>
            </a:r>
            <a:r>
              <a:rPr dirty="0" spc="-114"/>
              <a:t>outliers</a:t>
            </a:r>
            <a:r>
              <a:rPr dirty="0" spc="-220"/>
              <a:t> </a:t>
            </a:r>
            <a:r>
              <a:rPr dirty="0" spc="-235"/>
              <a:t>with</a:t>
            </a:r>
            <a:r>
              <a:rPr dirty="0" spc="-220"/>
              <a:t> </a:t>
            </a:r>
            <a:r>
              <a:rPr dirty="0" spc="-105"/>
              <a:t>location</a:t>
            </a:r>
            <a:r>
              <a:rPr dirty="0" spc="-220"/>
              <a:t> </a:t>
            </a:r>
            <a:r>
              <a:rPr dirty="0" spc="-10"/>
              <a:t>accuracy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757337" y="2309040"/>
            <a:ext cx="12531090" cy="3131185"/>
            <a:chOff x="5757337" y="2309040"/>
            <a:chExt cx="12531090" cy="3131185"/>
          </a:xfrm>
        </p:grpSpPr>
        <p:sp>
          <p:nvSpPr>
            <p:cNvPr id="4" name="object 4" descr=""/>
            <p:cNvSpPr/>
            <p:nvPr/>
          </p:nvSpPr>
          <p:spPr>
            <a:xfrm>
              <a:off x="5757329" y="2309049"/>
              <a:ext cx="12531090" cy="3131185"/>
            </a:xfrm>
            <a:custGeom>
              <a:avLst/>
              <a:gdLst/>
              <a:ahLst/>
              <a:cxnLst/>
              <a:rect l="l" t="t" r="r" b="b"/>
              <a:pathLst>
                <a:path w="12531090" h="3131185">
                  <a:moveTo>
                    <a:pt x="12530544" y="37985"/>
                  </a:moveTo>
                  <a:lnTo>
                    <a:pt x="12527559" y="23202"/>
                  </a:lnTo>
                  <a:lnTo>
                    <a:pt x="12519419" y="11125"/>
                  </a:lnTo>
                  <a:lnTo>
                    <a:pt x="12507341" y="2984"/>
                  </a:lnTo>
                  <a:lnTo>
                    <a:pt x="12492558" y="0"/>
                  </a:lnTo>
                  <a:lnTo>
                    <a:pt x="9440596" y="0"/>
                  </a:lnTo>
                  <a:lnTo>
                    <a:pt x="9341104" y="0"/>
                  </a:lnTo>
                  <a:lnTo>
                    <a:pt x="1565287" y="0"/>
                  </a:lnTo>
                  <a:lnTo>
                    <a:pt x="1517434" y="711"/>
                  </a:lnTo>
                  <a:lnTo>
                    <a:pt x="1469936" y="2857"/>
                  </a:lnTo>
                  <a:lnTo>
                    <a:pt x="1422819" y="6388"/>
                  </a:lnTo>
                  <a:lnTo>
                    <a:pt x="1376095" y="11315"/>
                  </a:lnTo>
                  <a:lnTo>
                    <a:pt x="1329791" y="17589"/>
                  </a:lnTo>
                  <a:lnTo>
                    <a:pt x="1283931" y="25209"/>
                  </a:lnTo>
                  <a:lnTo>
                    <a:pt x="1238529" y="34150"/>
                  </a:lnTo>
                  <a:lnTo>
                    <a:pt x="1193596" y="44386"/>
                  </a:lnTo>
                  <a:lnTo>
                    <a:pt x="1149172" y="55905"/>
                  </a:lnTo>
                  <a:lnTo>
                    <a:pt x="1105268" y="68681"/>
                  </a:lnTo>
                  <a:lnTo>
                    <a:pt x="1061910" y="82689"/>
                  </a:lnTo>
                  <a:lnTo>
                    <a:pt x="1019111" y="97917"/>
                  </a:lnTo>
                  <a:lnTo>
                    <a:pt x="976896" y="114350"/>
                  </a:lnTo>
                  <a:lnTo>
                    <a:pt x="935278" y="131940"/>
                  </a:lnTo>
                  <a:lnTo>
                    <a:pt x="894283" y="150698"/>
                  </a:lnTo>
                  <a:lnTo>
                    <a:pt x="853935" y="170599"/>
                  </a:lnTo>
                  <a:lnTo>
                    <a:pt x="814260" y="191604"/>
                  </a:lnTo>
                  <a:lnTo>
                    <a:pt x="775258" y="213702"/>
                  </a:lnTo>
                  <a:lnTo>
                    <a:pt x="736968" y="236867"/>
                  </a:lnTo>
                  <a:lnTo>
                    <a:pt x="699401" y="261099"/>
                  </a:lnTo>
                  <a:lnTo>
                    <a:pt x="662571" y="286359"/>
                  </a:lnTo>
                  <a:lnTo>
                    <a:pt x="626529" y="312635"/>
                  </a:lnTo>
                  <a:lnTo>
                    <a:pt x="591261" y="339890"/>
                  </a:lnTo>
                  <a:lnTo>
                    <a:pt x="556793" y="368122"/>
                  </a:lnTo>
                  <a:lnTo>
                    <a:pt x="523163" y="397319"/>
                  </a:lnTo>
                  <a:lnTo>
                    <a:pt x="490385" y="427431"/>
                  </a:lnTo>
                  <a:lnTo>
                    <a:pt x="458470" y="458457"/>
                  </a:lnTo>
                  <a:lnTo>
                    <a:pt x="427443" y="490372"/>
                  </a:lnTo>
                  <a:lnTo>
                    <a:pt x="397319" y="523151"/>
                  </a:lnTo>
                  <a:lnTo>
                    <a:pt x="368134" y="556780"/>
                  </a:lnTo>
                  <a:lnTo>
                    <a:pt x="339902" y="591248"/>
                  </a:lnTo>
                  <a:lnTo>
                    <a:pt x="312635" y="626516"/>
                  </a:lnTo>
                  <a:lnTo>
                    <a:pt x="286372" y="662571"/>
                  </a:lnTo>
                  <a:lnTo>
                    <a:pt x="261112" y="699389"/>
                  </a:lnTo>
                  <a:lnTo>
                    <a:pt x="236880" y="736955"/>
                  </a:lnTo>
                  <a:lnTo>
                    <a:pt x="213715" y="775246"/>
                  </a:lnTo>
                  <a:lnTo>
                    <a:pt x="191604" y="814247"/>
                  </a:lnTo>
                  <a:lnTo>
                    <a:pt x="170599" y="853935"/>
                  </a:lnTo>
                  <a:lnTo>
                    <a:pt x="150710" y="894283"/>
                  </a:lnTo>
                  <a:lnTo>
                    <a:pt x="131953" y="935278"/>
                  </a:lnTo>
                  <a:lnTo>
                    <a:pt x="114350" y="976884"/>
                  </a:lnTo>
                  <a:lnTo>
                    <a:pt x="97929" y="1019098"/>
                  </a:lnTo>
                  <a:lnTo>
                    <a:pt x="82702" y="1061910"/>
                  </a:lnTo>
                  <a:lnTo>
                    <a:pt x="68694" y="1105268"/>
                  </a:lnTo>
                  <a:lnTo>
                    <a:pt x="55918" y="1149172"/>
                  </a:lnTo>
                  <a:lnTo>
                    <a:pt x="44399" y="1193596"/>
                  </a:lnTo>
                  <a:lnTo>
                    <a:pt x="34163" y="1238516"/>
                  </a:lnTo>
                  <a:lnTo>
                    <a:pt x="25222" y="1283919"/>
                  </a:lnTo>
                  <a:lnTo>
                    <a:pt x="17602" y="1329791"/>
                  </a:lnTo>
                  <a:lnTo>
                    <a:pt x="11315" y="1376095"/>
                  </a:lnTo>
                  <a:lnTo>
                    <a:pt x="6400" y="1422819"/>
                  </a:lnTo>
                  <a:lnTo>
                    <a:pt x="2857" y="1469936"/>
                  </a:lnTo>
                  <a:lnTo>
                    <a:pt x="723" y="1517434"/>
                  </a:lnTo>
                  <a:lnTo>
                    <a:pt x="0" y="1565287"/>
                  </a:lnTo>
                  <a:lnTo>
                    <a:pt x="723" y="1613141"/>
                  </a:lnTo>
                  <a:lnTo>
                    <a:pt x="2857" y="1660639"/>
                  </a:lnTo>
                  <a:lnTo>
                    <a:pt x="6400" y="1707756"/>
                  </a:lnTo>
                  <a:lnTo>
                    <a:pt x="11315" y="1754479"/>
                  </a:lnTo>
                  <a:lnTo>
                    <a:pt x="17602" y="1800783"/>
                  </a:lnTo>
                  <a:lnTo>
                    <a:pt x="25222" y="1846643"/>
                  </a:lnTo>
                  <a:lnTo>
                    <a:pt x="34163" y="1892058"/>
                  </a:lnTo>
                  <a:lnTo>
                    <a:pt x="44399" y="1936978"/>
                  </a:lnTo>
                  <a:lnTo>
                    <a:pt x="55918" y="1981403"/>
                  </a:lnTo>
                  <a:lnTo>
                    <a:pt x="68694" y="2025307"/>
                  </a:lnTo>
                  <a:lnTo>
                    <a:pt x="82702" y="2068664"/>
                  </a:lnTo>
                  <a:lnTo>
                    <a:pt x="97929" y="2111464"/>
                  </a:lnTo>
                  <a:lnTo>
                    <a:pt x="114350" y="2153678"/>
                  </a:lnTo>
                  <a:lnTo>
                    <a:pt x="131953" y="2195296"/>
                  </a:lnTo>
                  <a:lnTo>
                    <a:pt x="150710" y="2236292"/>
                  </a:lnTo>
                  <a:lnTo>
                    <a:pt x="170599" y="2276640"/>
                  </a:lnTo>
                  <a:lnTo>
                    <a:pt x="191604" y="2316315"/>
                  </a:lnTo>
                  <a:lnTo>
                    <a:pt x="213715" y="2355316"/>
                  </a:lnTo>
                  <a:lnTo>
                    <a:pt x="236880" y="2393607"/>
                  </a:lnTo>
                  <a:lnTo>
                    <a:pt x="261112" y="2431173"/>
                  </a:lnTo>
                  <a:lnTo>
                    <a:pt x="286372" y="2468003"/>
                  </a:lnTo>
                  <a:lnTo>
                    <a:pt x="312635" y="2504059"/>
                  </a:lnTo>
                  <a:lnTo>
                    <a:pt x="339902" y="2539327"/>
                  </a:lnTo>
                  <a:lnTo>
                    <a:pt x="368134" y="2573782"/>
                  </a:lnTo>
                  <a:lnTo>
                    <a:pt x="397319" y="2607411"/>
                  </a:lnTo>
                  <a:lnTo>
                    <a:pt x="427443" y="2640203"/>
                  </a:lnTo>
                  <a:lnTo>
                    <a:pt x="458470" y="2672118"/>
                  </a:lnTo>
                  <a:lnTo>
                    <a:pt x="490385" y="2703144"/>
                  </a:lnTo>
                  <a:lnTo>
                    <a:pt x="523163" y="2733256"/>
                  </a:lnTo>
                  <a:lnTo>
                    <a:pt x="556793" y="2762440"/>
                  </a:lnTo>
                  <a:lnTo>
                    <a:pt x="591261" y="2790672"/>
                  </a:lnTo>
                  <a:lnTo>
                    <a:pt x="626529" y="2817939"/>
                  </a:lnTo>
                  <a:lnTo>
                    <a:pt x="662571" y="2844215"/>
                  </a:lnTo>
                  <a:lnTo>
                    <a:pt x="699401" y="2869463"/>
                  </a:lnTo>
                  <a:lnTo>
                    <a:pt x="736968" y="2893695"/>
                  </a:lnTo>
                  <a:lnTo>
                    <a:pt x="775258" y="2916872"/>
                  </a:lnTo>
                  <a:lnTo>
                    <a:pt x="814260" y="2938970"/>
                  </a:lnTo>
                  <a:lnTo>
                    <a:pt x="853935" y="2959976"/>
                  </a:lnTo>
                  <a:lnTo>
                    <a:pt x="894283" y="2979864"/>
                  </a:lnTo>
                  <a:lnTo>
                    <a:pt x="935278" y="2998622"/>
                  </a:lnTo>
                  <a:lnTo>
                    <a:pt x="976896" y="3016224"/>
                  </a:lnTo>
                  <a:lnTo>
                    <a:pt x="1019111" y="3032645"/>
                  </a:lnTo>
                  <a:lnTo>
                    <a:pt x="1061910" y="3047873"/>
                  </a:lnTo>
                  <a:lnTo>
                    <a:pt x="1105268" y="3061893"/>
                  </a:lnTo>
                  <a:lnTo>
                    <a:pt x="1149172" y="3074670"/>
                  </a:lnTo>
                  <a:lnTo>
                    <a:pt x="1193596" y="3086176"/>
                  </a:lnTo>
                  <a:lnTo>
                    <a:pt x="1238529" y="3096425"/>
                  </a:lnTo>
                  <a:lnTo>
                    <a:pt x="1283931" y="3105366"/>
                  </a:lnTo>
                  <a:lnTo>
                    <a:pt x="1329791" y="3112986"/>
                  </a:lnTo>
                  <a:lnTo>
                    <a:pt x="1376095" y="3119259"/>
                  </a:lnTo>
                  <a:lnTo>
                    <a:pt x="1422819" y="3124187"/>
                  </a:lnTo>
                  <a:lnTo>
                    <a:pt x="1469936" y="3127718"/>
                  </a:lnTo>
                  <a:lnTo>
                    <a:pt x="1517434" y="3129864"/>
                  </a:lnTo>
                  <a:lnTo>
                    <a:pt x="1565287" y="3130575"/>
                  </a:lnTo>
                  <a:lnTo>
                    <a:pt x="4343844" y="3130575"/>
                  </a:lnTo>
                  <a:lnTo>
                    <a:pt x="4726127" y="3130575"/>
                  </a:lnTo>
                  <a:lnTo>
                    <a:pt x="12501931" y="3130575"/>
                  </a:lnTo>
                  <a:lnTo>
                    <a:pt x="12513069" y="3128327"/>
                  </a:lnTo>
                  <a:lnTo>
                    <a:pt x="12522162" y="3122206"/>
                  </a:lnTo>
                  <a:lnTo>
                    <a:pt x="12528296" y="3113113"/>
                  </a:lnTo>
                  <a:lnTo>
                    <a:pt x="12530544" y="3101975"/>
                  </a:lnTo>
                  <a:lnTo>
                    <a:pt x="12530544" y="37985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6237" y="4268789"/>
              <a:ext cx="95250" cy="95249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0" y="5793752"/>
            <a:ext cx="11419840" cy="3131185"/>
            <a:chOff x="0" y="5793752"/>
            <a:chExt cx="11419840" cy="3131185"/>
          </a:xfrm>
        </p:grpSpPr>
        <p:sp>
          <p:nvSpPr>
            <p:cNvPr id="7" name="object 7" descr=""/>
            <p:cNvSpPr/>
            <p:nvPr/>
          </p:nvSpPr>
          <p:spPr>
            <a:xfrm>
              <a:off x="0" y="5793752"/>
              <a:ext cx="11419840" cy="3131185"/>
            </a:xfrm>
            <a:custGeom>
              <a:avLst/>
              <a:gdLst/>
              <a:ahLst/>
              <a:cxnLst/>
              <a:rect l="l" t="t" r="r" b="b"/>
              <a:pathLst>
                <a:path w="11419840" h="3131184">
                  <a:moveTo>
                    <a:pt x="11419294" y="1565300"/>
                  </a:moveTo>
                  <a:lnTo>
                    <a:pt x="11418583" y="1517446"/>
                  </a:lnTo>
                  <a:lnTo>
                    <a:pt x="11416436" y="1469948"/>
                  </a:lnTo>
                  <a:lnTo>
                    <a:pt x="11412893" y="1422819"/>
                  </a:lnTo>
                  <a:lnTo>
                    <a:pt x="11407978" y="1376095"/>
                  </a:lnTo>
                  <a:lnTo>
                    <a:pt x="11401692" y="1329791"/>
                  </a:lnTo>
                  <a:lnTo>
                    <a:pt x="11394072" y="1283931"/>
                  </a:lnTo>
                  <a:lnTo>
                    <a:pt x="11385131" y="1238529"/>
                  </a:lnTo>
                  <a:lnTo>
                    <a:pt x="11374895" y="1193609"/>
                  </a:lnTo>
                  <a:lnTo>
                    <a:pt x="11363376" y="1149184"/>
                  </a:lnTo>
                  <a:lnTo>
                    <a:pt x="11350612" y="1105281"/>
                  </a:lnTo>
                  <a:lnTo>
                    <a:pt x="11336592" y="1061910"/>
                  </a:lnTo>
                  <a:lnTo>
                    <a:pt x="11321364" y="1019111"/>
                  </a:lnTo>
                  <a:lnTo>
                    <a:pt x="11304943" y="976896"/>
                  </a:lnTo>
                  <a:lnTo>
                    <a:pt x="11287341" y="935278"/>
                  </a:lnTo>
                  <a:lnTo>
                    <a:pt x="11268583" y="894295"/>
                  </a:lnTo>
                  <a:lnTo>
                    <a:pt x="11248695" y="853948"/>
                  </a:lnTo>
                  <a:lnTo>
                    <a:pt x="11227689" y="814260"/>
                  </a:lnTo>
                  <a:lnTo>
                    <a:pt x="11205591" y="775258"/>
                  </a:lnTo>
                  <a:lnTo>
                    <a:pt x="11182414" y="736968"/>
                  </a:lnTo>
                  <a:lnTo>
                    <a:pt x="11158182" y="699401"/>
                  </a:lnTo>
                  <a:lnTo>
                    <a:pt x="11132922" y="662584"/>
                  </a:lnTo>
                  <a:lnTo>
                    <a:pt x="11106658" y="626529"/>
                  </a:lnTo>
                  <a:lnTo>
                    <a:pt x="11079391" y="591261"/>
                  </a:lnTo>
                  <a:lnTo>
                    <a:pt x="11051159" y="556793"/>
                  </a:lnTo>
                  <a:lnTo>
                    <a:pt x="11021974" y="523163"/>
                  </a:lnTo>
                  <a:lnTo>
                    <a:pt x="10991863" y="490385"/>
                  </a:lnTo>
                  <a:lnTo>
                    <a:pt x="10960837" y="458470"/>
                  </a:lnTo>
                  <a:lnTo>
                    <a:pt x="10928922" y="427443"/>
                  </a:lnTo>
                  <a:lnTo>
                    <a:pt x="10896130" y="397319"/>
                  </a:lnTo>
                  <a:lnTo>
                    <a:pt x="10862501" y="368134"/>
                  </a:lnTo>
                  <a:lnTo>
                    <a:pt x="10828045" y="339902"/>
                  </a:lnTo>
                  <a:lnTo>
                    <a:pt x="10792778" y="312635"/>
                  </a:lnTo>
                  <a:lnTo>
                    <a:pt x="10756722" y="286372"/>
                  </a:lnTo>
                  <a:lnTo>
                    <a:pt x="10719892" y="261112"/>
                  </a:lnTo>
                  <a:lnTo>
                    <a:pt x="10682326" y="236880"/>
                  </a:lnTo>
                  <a:lnTo>
                    <a:pt x="10644035" y="213702"/>
                  </a:lnTo>
                  <a:lnTo>
                    <a:pt x="10605033" y="191604"/>
                  </a:lnTo>
                  <a:lnTo>
                    <a:pt x="10565359" y="170599"/>
                  </a:lnTo>
                  <a:lnTo>
                    <a:pt x="10525011" y="150710"/>
                  </a:lnTo>
                  <a:lnTo>
                    <a:pt x="10484015" y="131953"/>
                  </a:lnTo>
                  <a:lnTo>
                    <a:pt x="10442397" y="114350"/>
                  </a:lnTo>
                  <a:lnTo>
                    <a:pt x="10400182" y="97929"/>
                  </a:lnTo>
                  <a:lnTo>
                    <a:pt x="10357383" y="82702"/>
                  </a:lnTo>
                  <a:lnTo>
                    <a:pt x="10314026" y="68694"/>
                  </a:lnTo>
                  <a:lnTo>
                    <a:pt x="10270122" y="55918"/>
                  </a:lnTo>
                  <a:lnTo>
                    <a:pt x="10225697" y="44399"/>
                  </a:lnTo>
                  <a:lnTo>
                    <a:pt x="10180777" y="34163"/>
                  </a:lnTo>
                  <a:lnTo>
                    <a:pt x="10135362" y="25222"/>
                  </a:lnTo>
                  <a:lnTo>
                    <a:pt x="10089502" y="17602"/>
                  </a:lnTo>
                  <a:lnTo>
                    <a:pt x="10043198" y="11315"/>
                  </a:lnTo>
                  <a:lnTo>
                    <a:pt x="9996475" y="6400"/>
                  </a:lnTo>
                  <a:lnTo>
                    <a:pt x="9949358" y="2857"/>
                  </a:lnTo>
                  <a:lnTo>
                    <a:pt x="9901860" y="723"/>
                  </a:lnTo>
                  <a:lnTo>
                    <a:pt x="9854006" y="0"/>
                  </a:lnTo>
                  <a:lnTo>
                    <a:pt x="7969986" y="0"/>
                  </a:lnTo>
                  <a:lnTo>
                    <a:pt x="6702552" y="0"/>
                  </a:lnTo>
                  <a:lnTo>
                    <a:pt x="0" y="0"/>
                  </a:lnTo>
                  <a:lnTo>
                    <a:pt x="0" y="3130588"/>
                  </a:lnTo>
                  <a:lnTo>
                    <a:pt x="9854006" y="3130588"/>
                  </a:lnTo>
                  <a:lnTo>
                    <a:pt x="9901860" y="3129877"/>
                  </a:lnTo>
                  <a:lnTo>
                    <a:pt x="9949358" y="3127730"/>
                  </a:lnTo>
                  <a:lnTo>
                    <a:pt x="9996475" y="3124187"/>
                  </a:lnTo>
                  <a:lnTo>
                    <a:pt x="10043198" y="3119272"/>
                  </a:lnTo>
                  <a:lnTo>
                    <a:pt x="10089502" y="3112986"/>
                  </a:lnTo>
                  <a:lnTo>
                    <a:pt x="10135362" y="3105366"/>
                  </a:lnTo>
                  <a:lnTo>
                    <a:pt x="10180777" y="3096425"/>
                  </a:lnTo>
                  <a:lnTo>
                    <a:pt x="10225697" y="3086189"/>
                  </a:lnTo>
                  <a:lnTo>
                    <a:pt x="10270122" y="3074670"/>
                  </a:lnTo>
                  <a:lnTo>
                    <a:pt x="10314026" y="3061906"/>
                  </a:lnTo>
                  <a:lnTo>
                    <a:pt x="10357383" y="3047885"/>
                  </a:lnTo>
                  <a:lnTo>
                    <a:pt x="10400182" y="3032658"/>
                  </a:lnTo>
                  <a:lnTo>
                    <a:pt x="10442397" y="3016237"/>
                  </a:lnTo>
                  <a:lnTo>
                    <a:pt x="10484015" y="2998635"/>
                  </a:lnTo>
                  <a:lnTo>
                    <a:pt x="10525011" y="2979877"/>
                  </a:lnTo>
                  <a:lnTo>
                    <a:pt x="10565359" y="2959989"/>
                  </a:lnTo>
                  <a:lnTo>
                    <a:pt x="10605033" y="2938983"/>
                  </a:lnTo>
                  <a:lnTo>
                    <a:pt x="10644035" y="2916885"/>
                  </a:lnTo>
                  <a:lnTo>
                    <a:pt x="10682326" y="2893707"/>
                  </a:lnTo>
                  <a:lnTo>
                    <a:pt x="10719892" y="2869476"/>
                  </a:lnTo>
                  <a:lnTo>
                    <a:pt x="10756722" y="2844215"/>
                  </a:lnTo>
                  <a:lnTo>
                    <a:pt x="10792778" y="2817952"/>
                  </a:lnTo>
                  <a:lnTo>
                    <a:pt x="10828045" y="2790685"/>
                  </a:lnTo>
                  <a:lnTo>
                    <a:pt x="10862501" y="2762453"/>
                  </a:lnTo>
                  <a:lnTo>
                    <a:pt x="10896130" y="2733268"/>
                  </a:lnTo>
                  <a:lnTo>
                    <a:pt x="10928922" y="2703144"/>
                  </a:lnTo>
                  <a:lnTo>
                    <a:pt x="10960837" y="2672118"/>
                  </a:lnTo>
                  <a:lnTo>
                    <a:pt x="10991863" y="2640203"/>
                  </a:lnTo>
                  <a:lnTo>
                    <a:pt x="11021974" y="2607424"/>
                  </a:lnTo>
                  <a:lnTo>
                    <a:pt x="11051159" y="2573794"/>
                  </a:lnTo>
                  <a:lnTo>
                    <a:pt x="11079391" y="2539327"/>
                  </a:lnTo>
                  <a:lnTo>
                    <a:pt x="11106658" y="2504059"/>
                  </a:lnTo>
                  <a:lnTo>
                    <a:pt x="11132922" y="2468003"/>
                  </a:lnTo>
                  <a:lnTo>
                    <a:pt x="11158182" y="2431186"/>
                  </a:lnTo>
                  <a:lnTo>
                    <a:pt x="11182414" y="2393619"/>
                  </a:lnTo>
                  <a:lnTo>
                    <a:pt x="11205591" y="2355329"/>
                  </a:lnTo>
                  <a:lnTo>
                    <a:pt x="11227689" y="2316327"/>
                  </a:lnTo>
                  <a:lnTo>
                    <a:pt x="11248695" y="2276640"/>
                  </a:lnTo>
                  <a:lnTo>
                    <a:pt x="11268583" y="2236292"/>
                  </a:lnTo>
                  <a:lnTo>
                    <a:pt x="11287341" y="2195309"/>
                  </a:lnTo>
                  <a:lnTo>
                    <a:pt x="11304943" y="2153691"/>
                  </a:lnTo>
                  <a:lnTo>
                    <a:pt x="11321364" y="2111476"/>
                  </a:lnTo>
                  <a:lnTo>
                    <a:pt x="11336592" y="2068677"/>
                  </a:lnTo>
                  <a:lnTo>
                    <a:pt x="11350612" y="2025319"/>
                  </a:lnTo>
                  <a:lnTo>
                    <a:pt x="11363376" y="1981415"/>
                  </a:lnTo>
                  <a:lnTo>
                    <a:pt x="11374895" y="1936991"/>
                  </a:lnTo>
                  <a:lnTo>
                    <a:pt x="11385131" y="1892058"/>
                  </a:lnTo>
                  <a:lnTo>
                    <a:pt x="11394072" y="1846656"/>
                  </a:lnTo>
                  <a:lnTo>
                    <a:pt x="11401692" y="1800796"/>
                  </a:lnTo>
                  <a:lnTo>
                    <a:pt x="11407978" y="1754492"/>
                  </a:lnTo>
                  <a:lnTo>
                    <a:pt x="11412893" y="1707769"/>
                  </a:lnTo>
                  <a:lnTo>
                    <a:pt x="11416436" y="1660652"/>
                  </a:lnTo>
                  <a:lnTo>
                    <a:pt x="11418583" y="1613154"/>
                  </a:lnTo>
                  <a:lnTo>
                    <a:pt x="11419294" y="156530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174" y="7970662"/>
              <a:ext cx="95250" cy="9524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174" y="8418337"/>
              <a:ext cx="95250" cy="9524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30504" rIns="0" bIns="0" rtlCol="0" vert="horz">
            <a:spAutoFit/>
          </a:bodyPr>
          <a:lstStyle/>
          <a:p>
            <a:pPr marL="337820">
              <a:lnSpc>
                <a:spcPct val="100000"/>
              </a:lnSpc>
              <a:spcBef>
                <a:spcPts val="1814"/>
              </a:spcBef>
            </a:pPr>
            <a:r>
              <a:rPr dirty="0"/>
              <a:t>Main</a:t>
            </a:r>
            <a:r>
              <a:rPr dirty="0" spc="20"/>
              <a:t> </a:t>
            </a:r>
            <a:r>
              <a:rPr dirty="0" spc="-10"/>
              <a:t>Insights:</a:t>
            </a: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2100" spc="-10" b="0">
                <a:latin typeface="Arial MT"/>
                <a:cs typeface="Arial MT"/>
              </a:rPr>
              <a:t>Total</a:t>
            </a:r>
            <a:r>
              <a:rPr dirty="0" sz="2100" spc="-65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signals:</a:t>
            </a:r>
            <a:r>
              <a:rPr dirty="0" sz="2100" spc="-60" b="0">
                <a:latin typeface="Arial MT"/>
                <a:cs typeface="Arial MT"/>
              </a:rPr>
              <a:t> </a:t>
            </a:r>
            <a:r>
              <a:rPr dirty="0" sz="2100" spc="-10" b="0">
                <a:latin typeface="Arial MT"/>
                <a:cs typeface="Arial MT"/>
              </a:rPr>
              <a:t>1.3M,</a:t>
            </a:r>
            <a:r>
              <a:rPr dirty="0" sz="2100" spc="-6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abnormal</a:t>
            </a:r>
            <a:r>
              <a:rPr dirty="0" sz="2100" spc="-65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signals:</a:t>
            </a:r>
            <a:r>
              <a:rPr dirty="0" sz="2100" spc="-6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415K</a:t>
            </a:r>
            <a:r>
              <a:rPr dirty="0" sz="2100" spc="-6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(over</a:t>
            </a:r>
            <a:r>
              <a:rPr dirty="0" sz="2100" spc="-60" b="0">
                <a:latin typeface="Arial MT"/>
                <a:cs typeface="Arial MT"/>
              </a:rPr>
              <a:t> </a:t>
            </a:r>
            <a:r>
              <a:rPr dirty="0" sz="2100" spc="-20" b="0">
                <a:latin typeface="Arial MT"/>
                <a:cs typeface="Arial MT"/>
              </a:rPr>
              <a:t>30m).</a:t>
            </a: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100" b="0">
                <a:latin typeface="Arial MT"/>
                <a:cs typeface="Arial MT"/>
              </a:rPr>
              <a:t>This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is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an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abnormal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rate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spc="85" b="0">
                <a:latin typeface="Arial MT"/>
                <a:cs typeface="Arial MT"/>
              </a:rPr>
              <a:t>of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about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spc="-100" b="0">
                <a:latin typeface="Arial MT"/>
                <a:cs typeface="Arial MT"/>
              </a:rPr>
              <a:t>32%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(about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a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third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spc="85" b="0">
                <a:latin typeface="Arial MT"/>
                <a:cs typeface="Arial MT"/>
              </a:rPr>
              <a:t>of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the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spc="-10" b="0">
                <a:latin typeface="Arial MT"/>
                <a:cs typeface="Arial MT"/>
              </a:rPr>
              <a:t>data).</a:t>
            </a:r>
            <a:endParaRPr sz="2100">
              <a:latin typeface="Arial MT"/>
              <a:cs typeface="Arial MT"/>
            </a:endParaRPr>
          </a:p>
          <a:p>
            <a:pPr marL="465455" marR="5080" indent="66040">
              <a:lnSpc>
                <a:spcPct val="139900"/>
              </a:lnSpc>
            </a:pPr>
            <a:r>
              <a:rPr dirty="0" sz="2100" b="0">
                <a:latin typeface="Arial MT"/>
                <a:cs typeface="Arial MT"/>
              </a:rPr>
              <a:t>Security</a:t>
            </a:r>
            <a:r>
              <a:rPr dirty="0" sz="2100" spc="-3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guards</a:t>
            </a:r>
            <a:r>
              <a:rPr dirty="0" sz="2100" spc="-30" b="0">
                <a:latin typeface="Arial MT"/>
                <a:cs typeface="Arial MT"/>
              </a:rPr>
              <a:t> </a:t>
            </a:r>
            <a:r>
              <a:rPr dirty="0" sz="2100" spc="-25" b="0">
                <a:latin typeface="Arial MT"/>
                <a:cs typeface="Arial MT"/>
              </a:rPr>
              <a:t>have </a:t>
            </a:r>
            <a:r>
              <a:rPr dirty="0" sz="2100" b="0">
                <a:latin typeface="Arial MT"/>
                <a:cs typeface="Arial MT"/>
              </a:rPr>
              <a:t>the</a:t>
            </a:r>
            <a:r>
              <a:rPr dirty="0" sz="2100" spc="-3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highest</a:t>
            </a:r>
            <a:r>
              <a:rPr dirty="0" sz="2100" spc="-25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abnormal</a:t>
            </a:r>
            <a:r>
              <a:rPr dirty="0" sz="2100" spc="-30" b="0">
                <a:latin typeface="Arial MT"/>
                <a:cs typeface="Arial MT"/>
              </a:rPr>
              <a:t> </a:t>
            </a:r>
            <a:r>
              <a:rPr dirty="0" sz="2100" spc="-40" b="0">
                <a:latin typeface="Arial MT"/>
                <a:cs typeface="Arial MT"/>
              </a:rPr>
              <a:t>rate,</a:t>
            </a:r>
            <a:r>
              <a:rPr dirty="0" sz="2100" spc="-25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with</a:t>
            </a:r>
            <a:r>
              <a:rPr dirty="0" sz="2100" spc="-3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about</a:t>
            </a:r>
            <a:r>
              <a:rPr dirty="0" sz="2100" spc="-25" b="0">
                <a:latin typeface="Arial MT"/>
                <a:cs typeface="Arial MT"/>
              </a:rPr>
              <a:t> </a:t>
            </a:r>
            <a:r>
              <a:rPr dirty="0" sz="2100" spc="-100" b="0">
                <a:latin typeface="Arial MT"/>
                <a:cs typeface="Arial MT"/>
              </a:rPr>
              <a:t>89%</a:t>
            </a:r>
            <a:r>
              <a:rPr dirty="0" sz="2100" spc="-30" b="0">
                <a:latin typeface="Arial MT"/>
                <a:cs typeface="Arial MT"/>
              </a:rPr>
              <a:t> </a:t>
            </a:r>
            <a:r>
              <a:rPr dirty="0" sz="2100" spc="85" b="0">
                <a:latin typeface="Arial MT"/>
                <a:cs typeface="Arial MT"/>
              </a:rPr>
              <a:t>of</a:t>
            </a:r>
            <a:r>
              <a:rPr dirty="0" sz="2100" spc="-25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the</a:t>
            </a:r>
            <a:r>
              <a:rPr dirty="0" sz="2100" spc="-30" b="0">
                <a:latin typeface="Arial MT"/>
                <a:cs typeface="Arial MT"/>
              </a:rPr>
              <a:t> </a:t>
            </a:r>
            <a:r>
              <a:rPr dirty="0" sz="2100" spc="-10" b="0">
                <a:latin typeface="Arial MT"/>
                <a:cs typeface="Arial MT"/>
              </a:rPr>
              <a:t>signals </a:t>
            </a:r>
            <a:r>
              <a:rPr dirty="0" sz="2100" b="0">
                <a:latin typeface="Arial MT"/>
                <a:cs typeface="Arial MT"/>
              </a:rPr>
              <a:t>defined</a:t>
            </a:r>
            <a:r>
              <a:rPr dirty="0" sz="2100" spc="-20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as</a:t>
            </a:r>
            <a:r>
              <a:rPr dirty="0" sz="2100" spc="-15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having</a:t>
            </a:r>
            <a:r>
              <a:rPr dirty="0" sz="2100" spc="-15" b="0">
                <a:latin typeface="Arial MT"/>
                <a:cs typeface="Arial MT"/>
              </a:rPr>
              <a:t> </a:t>
            </a:r>
            <a:r>
              <a:rPr dirty="0" sz="2100" b="0">
                <a:latin typeface="Arial MT"/>
                <a:cs typeface="Arial MT"/>
              </a:rPr>
              <a:t>low</a:t>
            </a:r>
            <a:r>
              <a:rPr dirty="0" sz="2100" spc="-15" b="0">
                <a:latin typeface="Arial MT"/>
                <a:cs typeface="Arial MT"/>
              </a:rPr>
              <a:t> </a:t>
            </a:r>
            <a:r>
              <a:rPr dirty="0" sz="2100" spc="-10" b="0">
                <a:latin typeface="Arial MT"/>
                <a:cs typeface="Arial MT"/>
              </a:rPr>
              <a:t>accuracy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924" y="5855841"/>
            <a:ext cx="10731500" cy="2762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>
              <a:lnSpc>
                <a:spcPct val="100000"/>
              </a:lnSpc>
              <a:spcBef>
                <a:spcPts val="100"/>
              </a:spcBef>
            </a:pPr>
            <a:r>
              <a:rPr dirty="0" sz="2800" spc="-40" b="1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dirty="0" sz="2800" spc="-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rebuchet MS"/>
                <a:cs typeface="Trebuchet MS"/>
              </a:rPr>
              <a:t>processing</a:t>
            </a:r>
            <a:r>
              <a:rPr dirty="0" sz="2800" spc="-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rebuchet MS"/>
                <a:cs typeface="Trebuchet MS"/>
              </a:rPr>
              <a:t>method:</a:t>
            </a:r>
            <a:endParaRPr sz="2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Differential</a:t>
            </a:r>
            <a:r>
              <a:rPr dirty="0" sz="21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Method:</a:t>
            </a:r>
            <a:endParaRPr sz="2100">
              <a:latin typeface="Arial MT"/>
              <a:cs typeface="Arial MT"/>
            </a:endParaRPr>
          </a:p>
          <a:p>
            <a:pPr marL="12700" marR="4132579">
              <a:lnSpc>
                <a:spcPct val="139900"/>
              </a:lnSpc>
            </a:pP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Static</a:t>
            </a:r>
            <a:r>
              <a:rPr dirty="0" sz="21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users</a:t>
            </a:r>
            <a:r>
              <a:rPr dirty="0" sz="2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(e.g.</a:t>
            </a:r>
            <a:r>
              <a:rPr dirty="0" sz="21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cashier,</a:t>
            </a:r>
            <a:r>
              <a:rPr dirty="0" sz="2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butcher):</a:t>
            </a:r>
            <a:r>
              <a:rPr dirty="0" sz="21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210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completion</a:t>
            </a:r>
            <a:r>
              <a:rPr dirty="0" sz="2100" spc="525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dynamic</a:t>
            </a:r>
            <a:r>
              <a:rPr dirty="0" sz="2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users</a:t>
            </a:r>
            <a:r>
              <a:rPr dirty="0" sz="2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(customers</a:t>
            </a:r>
            <a:r>
              <a:rPr dirty="0" sz="2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general</a:t>
            </a:r>
            <a:r>
              <a:rPr dirty="0" sz="2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employees):</a:t>
            </a:r>
            <a:endParaRPr sz="2100">
              <a:latin typeface="Arial MT"/>
              <a:cs typeface="Arial MT"/>
            </a:endParaRPr>
          </a:p>
          <a:p>
            <a:pPr marL="465455">
              <a:lnSpc>
                <a:spcPct val="100000"/>
              </a:lnSpc>
              <a:spcBef>
                <a:spcPts val="1005"/>
              </a:spcBef>
            </a:pP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location-based</a:t>
            </a:r>
            <a:r>
              <a:rPr dirty="0" sz="2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analysis:</a:t>
            </a:r>
            <a:r>
              <a:rPr dirty="0" sz="21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Filtering</a:t>
            </a:r>
            <a:r>
              <a:rPr dirty="0" sz="2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1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omitting</a:t>
            </a:r>
            <a:r>
              <a:rPr dirty="0" sz="21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exceptions</a:t>
            </a:r>
            <a:endParaRPr sz="2100">
              <a:latin typeface="Arial MT"/>
              <a:cs typeface="Arial MT"/>
            </a:endParaRPr>
          </a:p>
          <a:p>
            <a:pPr marL="465455">
              <a:lnSpc>
                <a:spcPct val="100000"/>
              </a:lnSpc>
              <a:spcBef>
                <a:spcPts val="1005"/>
              </a:spcBef>
            </a:pP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general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attendance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analysis: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Retention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records,</a:t>
            </a:r>
            <a:r>
              <a:rPr dirty="0" sz="21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Arial MT"/>
                <a:cs typeface="Arial MT"/>
              </a:rPr>
              <a:t>even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case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85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>
                <a:solidFill>
                  <a:srgbClr val="FFFFFF"/>
                </a:solidFill>
                <a:latin typeface="Arial MT"/>
                <a:cs typeface="Arial MT"/>
              </a:rPr>
              <a:t>incorrect</a:t>
            </a:r>
            <a:r>
              <a:rPr dirty="0" sz="21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Arial MT"/>
                <a:cs typeface="Arial MT"/>
              </a:rPr>
              <a:t>location.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607706" y="0"/>
            <a:ext cx="2680335" cy="2196465"/>
          </a:xfrm>
          <a:custGeom>
            <a:avLst/>
            <a:gdLst/>
            <a:ahLst/>
            <a:cxnLst/>
            <a:rect l="l" t="t" r="r" b="b"/>
            <a:pathLst>
              <a:path w="2680334" h="2196465">
                <a:moveTo>
                  <a:pt x="1314176" y="2027058"/>
                </a:moveTo>
                <a:lnTo>
                  <a:pt x="934339" y="308596"/>
                </a:lnTo>
                <a:lnTo>
                  <a:pt x="945395" y="355432"/>
                </a:lnTo>
                <a:lnTo>
                  <a:pt x="958081" y="401422"/>
                </a:lnTo>
                <a:lnTo>
                  <a:pt x="972359" y="446540"/>
                </a:lnTo>
                <a:lnTo>
                  <a:pt x="988191" y="490763"/>
                </a:lnTo>
                <a:lnTo>
                  <a:pt x="1005540" y="534067"/>
                </a:lnTo>
                <a:lnTo>
                  <a:pt x="1024368" y="576428"/>
                </a:lnTo>
                <a:lnTo>
                  <a:pt x="1044638" y="617821"/>
                </a:lnTo>
                <a:lnTo>
                  <a:pt x="1066312" y="658223"/>
                </a:lnTo>
                <a:lnTo>
                  <a:pt x="1089353" y="697610"/>
                </a:lnTo>
                <a:lnTo>
                  <a:pt x="1113723" y="735957"/>
                </a:lnTo>
                <a:lnTo>
                  <a:pt x="1139385" y="773240"/>
                </a:lnTo>
                <a:lnTo>
                  <a:pt x="1166301" y="809435"/>
                </a:lnTo>
                <a:lnTo>
                  <a:pt x="1194434" y="844519"/>
                </a:lnTo>
                <a:lnTo>
                  <a:pt x="1223745" y="878466"/>
                </a:lnTo>
                <a:lnTo>
                  <a:pt x="1254199" y="911253"/>
                </a:lnTo>
                <a:lnTo>
                  <a:pt x="1285756" y="942857"/>
                </a:lnTo>
                <a:lnTo>
                  <a:pt x="1318379" y="973251"/>
                </a:lnTo>
                <a:lnTo>
                  <a:pt x="1352032" y="1002414"/>
                </a:lnTo>
                <a:lnTo>
                  <a:pt x="1386676" y="1030320"/>
                </a:lnTo>
                <a:lnTo>
                  <a:pt x="1422274" y="1056945"/>
                </a:lnTo>
                <a:lnTo>
                  <a:pt x="1458789" y="1082266"/>
                </a:lnTo>
                <a:lnTo>
                  <a:pt x="1496182" y="1106258"/>
                </a:lnTo>
                <a:lnTo>
                  <a:pt x="1534417" y="1128898"/>
                </a:lnTo>
                <a:lnTo>
                  <a:pt x="1573455" y="1150160"/>
                </a:lnTo>
                <a:lnTo>
                  <a:pt x="1613260" y="1170021"/>
                </a:lnTo>
                <a:lnTo>
                  <a:pt x="1653793" y="1188457"/>
                </a:lnTo>
                <a:lnTo>
                  <a:pt x="1695018" y="1205444"/>
                </a:lnTo>
                <a:lnTo>
                  <a:pt x="1736896" y="1220958"/>
                </a:lnTo>
                <a:lnTo>
                  <a:pt x="1779391" y="1234974"/>
                </a:lnTo>
                <a:lnTo>
                  <a:pt x="1822562" y="1247493"/>
                </a:lnTo>
                <a:lnTo>
                  <a:pt x="1866079" y="1258418"/>
                </a:lnTo>
                <a:lnTo>
                  <a:pt x="1910197" y="1267798"/>
                </a:lnTo>
                <a:lnTo>
                  <a:pt x="1954781" y="1275583"/>
                </a:lnTo>
                <a:lnTo>
                  <a:pt x="1999793" y="1281751"/>
                </a:lnTo>
                <a:lnTo>
                  <a:pt x="2045197" y="1286277"/>
                </a:lnTo>
                <a:lnTo>
                  <a:pt x="2090954" y="1289137"/>
                </a:lnTo>
                <a:lnTo>
                  <a:pt x="2137027" y="1290307"/>
                </a:lnTo>
                <a:lnTo>
                  <a:pt x="2183378" y="1289762"/>
                </a:lnTo>
                <a:lnTo>
                  <a:pt x="2229971" y="1287479"/>
                </a:lnTo>
                <a:lnTo>
                  <a:pt x="2276766" y="1283434"/>
                </a:lnTo>
                <a:lnTo>
                  <a:pt x="2323728" y="1277602"/>
                </a:lnTo>
                <a:lnTo>
                  <a:pt x="2370818" y="1269960"/>
                </a:lnTo>
                <a:lnTo>
                  <a:pt x="2417744" y="1260534"/>
                </a:lnTo>
                <a:lnTo>
                  <a:pt x="2465233" y="1249147"/>
                </a:lnTo>
                <a:lnTo>
                  <a:pt x="2513027" y="1235729"/>
                </a:lnTo>
                <a:lnTo>
                  <a:pt x="2560041" y="1220512"/>
                </a:lnTo>
                <a:lnTo>
                  <a:pt x="2606253" y="1203507"/>
                </a:lnTo>
                <a:lnTo>
                  <a:pt x="2651638" y="1184723"/>
                </a:lnTo>
                <a:lnTo>
                  <a:pt x="2680293" y="1171501"/>
                </a:lnTo>
                <a:lnTo>
                  <a:pt x="2680293" y="2128648"/>
                </a:lnTo>
                <a:lnTo>
                  <a:pt x="2613420" y="2144609"/>
                </a:lnTo>
                <a:lnTo>
                  <a:pt x="2566312" y="2154417"/>
                </a:lnTo>
                <a:lnTo>
                  <a:pt x="2511516" y="2164596"/>
                </a:lnTo>
                <a:lnTo>
                  <a:pt x="2460051" y="2172857"/>
                </a:lnTo>
                <a:lnTo>
                  <a:pt x="2412037" y="2179451"/>
                </a:lnTo>
                <a:lnTo>
                  <a:pt x="2364092" y="2184939"/>
                </a:lnTo>
                <a:lnTo>
                  <a:pt x="2316229" y="2189328"/>
                </a:lnTo>
                <a:lnTo>
                  <a:pt x="2268463" y="2192628"/>
                </a:lnTo>
                <a:lnTo>
                  <a:pt x="2220807" y="2194847"/>
                </a:lnTo>
                <a:lnTo>
                  <a:pt x="2173276" y="2195996"/>
                </a:lnTo>
                <a:lnTo>
                  <a:pt x="2125884" y="2196083"/>
                </a:lnTo>
                <a:lnTo>
                  <a:pt x="2078645" y="2195118"/>
                </a:lnTo>
                <a:lnTo>
                  <a:pt x="2031574" y="2193108"/>
                </a:lnTo>
                <a:lnTo>
                  <a:pt x="1984684" y="2190065"/>
                </a:lnTo>
                <a:lnTo>
                  <a:pt x="1937991" y="2185996"/>
                </a:lnTo>
                <a:lnTo>
                  <a:pt x="1891508" y="2180911"/>
                </a:lnTo>
                <a:lnTo>
                  <a:pt x="1845249" y="2174819"/>
                </a:lnTo>
                <a:lnTo>
                  <a:pt x="1799228" y="2167730"/>
                </a:lnTo>
                <a:lnTo>
                  <a:pt x="1753461" y="2159651"/>
                </a:lnTo>
                <a:lnTo>
                  <a:pt x="1707960" y="2150593"/>
                </a:lnTo>
                <a:lnTo>
                  <a:pt x="1662741" y="2140565"/>
                </a:lnTo>
                <a:lnTo>
                  <a:pt x="1617817" y="2129575"/>
                </a:lnTo>
                <a:lnTo>
                  <a:pt x="1573202" y="2117633"/>
                </a:lnTo>
                <a:lnTo>
                  <a:pt x="1528912" y="2104749"/>
                </a:lnTo>
                <a:lnTo>
                  <a:pt x="1484960" y="2090930"/>
                </a:lnTo>
                <a:lnTo>
                  <a:pt x="1441359" y="2076186"/>
                </a:lnTo>
                <a:lnTo>
                  <a:pt x="1398126" y="2060527"/>
                </a:lnTo>
                <a:lnTo>
                  <a:pt x="1355273" y="2043961"/>
                </a:lnTo>
                <a:lnTo>
                  <a:pt x="1314176" y="2027058"/>
                </a:lnTo>
                <a:close/>
              </a:path>
              <a:path w="2680334" h="2196465">
                <a:moveTo>
                  <a:pt x="49249" y="499637"/>
                </a:moveTo>
                <a:lnTo>
                  <a:pt x="38927" y="449155"/>
                </a:lnTo>
                <a:lnTo>
                  <a:pt x="29818" y="398612"/>
                </a:lnTo>
                <a:lnTo>
                  <a:pt x="21920" y="348018"/>
                </a:lnTo>
                <a:lnTo>
                  <a:pt x="15235" y="297380"/>
                </a:lnTo>
                <a:lnTo>
                  <a:pt x="9763" y="246708"/>
                </a:lnTo>
                <a:lnTo>
                  <a:pt x="5503" y="196012"/>
                </a:lnTo>
                <a:lnTo>
                  <a:pt x="2456" y="145300"/>
                </a:lnTo>
                <a:lnTo>
                  <a:pt x="621" y="94582"/>
                </a:lnTo>
                <a:lnTo>
                  <a:pt x="0" y="43867"/>
                </a:lnTo>
                <a:lnTo>
                  <a:pt x="511" y="0"/>
                </a:lnTo>
                <a:lnTo>
                  <a:pt x="906589" y="0"/>
                </a:lnTo>
                <a:lnTo>
                  <a:pt x="905930" y="15438"/>
                </a:lnTo>
                <a:lnTo>
                  <a:pt x="905804" y="64527"/>
                </a:lnTo>
                <a:lnTo>
                  <a:pt x="907643" y="113646"/>
                </a:lnTo>
                <a:lnTo>
                  <a:pt x="911446" y="162770"/>
                </a:lnTo>
                <a:lnTo>
                  <a:pt x="917215" y="211876"/>
                </a:lnTo>
                <a:lnTo>
                  <a:pt x="924949" y="260937"/>
                </a:lnTo>
                <a:lnTo>
                  <a:pt x="934339" y="308596"/>
                </a:lnTo>
                <a:lnTo>
                  <a:pt x="1314176" y="2027058"/>
                </a:lnTo>
                <a:lnTo>
                  <a:pt x="1312815" y="2026498"/>
                </a:lnTo>
                <a:lnTo>
                  <a:pt x="1270766" y="2008147"/>
                </a:lnTo>
                <a:lnTo>
                  <a:pt x="1229141" y="1988917"/>
                </a:lnTo>
                <a:lnTo>
                  <a:pt x="1187953" y="1968817"/>
                </a:lnTo>
                <a:lnTo>
                  <a:pt x="1147217" y="1947855"/>
                </a:lnTo>
                <a:lnTo>
                  <a:pt x="1106947" y="1926043"/>
                </a:lnTo>
                <a:lnTo>
                  <a:pt x="1067157" y="1903387"/>
                </a:lnTo>
                <a:lnTo>
                  <a:pt x="1027862" y="1879899"/>
                </a:lnTo>
                <a:lnTo>
                  <a:pt x="989075" y="1855586"/>
                </a:lnTo>
                <a:lnTo>
                  <a:pt x="950811" y="1830457"/>
                </a:lnTo>
                <a:lnTo>
                  <a:pt x="913084" y="1804523"/>
                </a:lnTo>
                <a:lnTo>
                  <a:pt x="875908" y="1777792"/>
                </a:lnTo>
                <a:lnTo>
                  <a:pt x="839298" y="1750273"/>
                </a:lnTo>
                <a:lnTo>
                  <a:pt x="803268" y="1721976"/>
                </a:lnTo>
                <a:lnTo>
                  <a:pt x="767831" y="1692909"/>
                </a:lnTo>
                <a:lnTo>
                  <a:pt x="733003" y="1663082"/>
                </a:lnTo>
                <a:lnTo>
                  <a:pt x="698797" y="1632503"/>
                </a:lnTo>
                <a:lnTo>
                  <a:pt x="665228" y="1601183"/>
                </a:lnTo>
                <a:lnTo>
                  <a:pt x="632309" y="1569130"/>
                </a:lnTo>
                <a:lnTo>
                  <a:pt x="600055" y="1536352"/>
                </a:lnTo>
                <a:lnTo>
                  <a:pt x="568481" y="1502861"/>
                </a:lnTo>
                <a:lnTo>
                  <a:pt x="537600" y="1468663"/>
                </a:lnTo>
                <a:lnTo>
                  <a:pt x="507426" y="1433769"/>
                </a:lnTo>
                <a:lnTo>
                  <a:pt x="477975" y="1398188"/>
                </a:lnTo>
                <a:lnTo>
                  <a:pt x="449259" y="1361929"/>
                </a:lnTo>
                <a:lnTo>
                  <a:pt x="421294" y="1325001"/>
                </a:lnTo>
                <a:lnTo>
                  <a:pt x="394093" y="1287413"/>
                </a:lnTo>
                <a:lnTo>
                  <a:pt x="367671" y="1249175"/>
                </a:lnTo>
                <a:lnTo>
                  <a:pt x="342042" y="1210294"/>
                </a:lnTo>
                <a:lnTo>
                  <a:pt x="317220" y="1170782"/>
                </a:lnTo>
                <a:lnTo>
                  <a:pt x="293220" y="1130646"/>
                </a:lnTo>
                <a:lnTo>
                  <a:pt x="270055" y="1089895"/>
                </a:lnTo>
                <a:lnTo>
                  <a:pt x="247739" y="1048540"/>
                </a:lnTo>
                <a:lnTo>
                  <a:pt x="226288" y="1006589"/>
                </a:lnTo>
                <a:lnTo>
                  <a:pt x="205715" y="964051"/>
                </a:lnTo>
                <a:lnTo>
                  <a:pt x="186034" y="920935"/>
                </a:lnTo>
                <a:lnTo>
                  <a:pt x="167260" y="877251"/>
                </a:lnTo>
                <a:lnTo>
                  <a:pt x="149407" y="833008"/>
                </a:lnTo>
                <a:lnTo>
                  <a:pt x="132489" y="788214"/>
                </a:lnTo>
                <a:lnTo>
                  <a:pt x="116520" y="742879"/>
                </a:lnTo>
                <a:lnTo>
                  <a:pt x="101514" y="697013"/>
                </a:lnTo>
                <a:lnTo>
                  <a:pt x="87487" y="650623"/>
                </a:lnTo>
                <a:lnTo>
                  <a:pt x="73529" y="600380"/>
                </a:lnTo>
                <a:lnTo>
                  <a:pt x="60783" y="550048"/>
                </a:lnTo>
                <a:lnTo>
                  <a:pt x="49249" y="499637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0" y="8730458"/>
            <a:ext cx="4672965" cy="1557020"/>
          </a:xfrm>
          <a:custGeom>
            <a:avLst/>
            <a:gdLst/>
            <a:ahLst/>
            <a:cxnLst/>
            <a:rect l="l" t="t" r="r" b="b"/>
            <a:pathLst>
              <a:path w="4672965" h="1557020">
                <a:moveTo>
                  <a:pt x="4239885" y="906580"/>
                </a:moveTo>
                <a:lnTo>
                  <a:pt x="4273021" y="944222"/>
                </a:lnTo>
                <a:lnTo>
                  <a:pt x="4305393" y="982356"/>
                </a:lnTo>
                <a:lnTo>
                  <a:pt x="4336997" y="1020976"/>
                </a:lnTo>
                <a:lnTo>
                  <a:pt x="4367832" y="1060077"/>
                </a:lnTo>
                <a:lnTo>
                  <a:pt x="4397894" y="1099656"/>
                </a:lnTo>
                <a:lnTo>
                  <a:pt x="4427181" y="1139708"/>
                </a:lnTo>
                <a:lnTo>
                  <a:pt x="4455690" y="1180228"/>
                </a:lnTo>
                <a:lnTo>
                  <a:pt x="4483419" y="1221212"/>
                </a:lnTo>
                <a:lnTo>
                  <a:pt x="4510364" y="1262655"/>
                </a:lnTo>
                <a:lnTo>
                  <a:pt x="4536524" y="1304553"/>
                </a:lnTo>
                <a:lnTo>
                  <a:pt x="4561895" y="1346901"/>
                </a:lnTo>
                <a:lnTo>
                  <a:pt x="4586476" y="1389694"/>
                </a:lnTo>
                <a:lnTo>
                  <a:pt x="4610262" y="1432929"/>
                </a:lnTo>
                <a:lnTo>
                  <a:pt x="4633252" y="1476600"/>
                </a:lnTo>
                <a:lnTo>
                  <a:pt x="4655443" y="1520703"/>
                </a:lnTo>
                <a:lnTo>
                  <a:pt x="4672657" y="1556541"/>
                </a:lnTo>
                <a:lnTo>
                  <a:pt x="3273318" y="1556541"/>
                </a:lnTo>
                <a:lnTo>
                  <a:pt x="3258302" y="1542745"/>
                </a:lnTo>
                <a:lnTo>
                  <a:pt x="3222796" y="1512000"/>
                </a:lnTo>
                <a:lnTo>
                  <a:pt x="3186601" y="1482477"/>
                </a:lnTo>
                <a:lnTo>
                  <a:pt x="3149747" y="1454178"/>
                </a:lnTo>
                <a:lnTo>
                  <a:pt x="3112259" y="1427104"/>
                </a:lnTo>
                <a:lnTo>
                  <a:pt x="3074167" y="1401257"/>
                </a:lnTo>
                <a:lnTo>
                  <a:pt x="3035498" y="1376637"/>
                </a:lnTo>
                <a:lnTo>
                  <a:pt x="2996280" y="1353247"/>
                </a:lnTo>
                <a:lnTo>
                  <a:pt x="2956540" y="1331088"/>
                </a:lnTo>
                <a:lnTo>
                  <a:pt x="2916306" y="1310161"/>
                </a:lnTo>
                <a:lnTo>
                  <a:pt x="2875605" y="1290467"/>
                </a:lnTo>
                <a:lnTo>
                  <a:pt x="2834467" y="1272009"/>
                </a:lnTo>
                <a:lnTo>
                  <a:pt x="2792917" y="1254787"/>
                </a:lnTo>
                <a:lnTo>
                  <a:pt x="2750985" y="1238804"/>
                </a:lnTo>
                <a:lnTo>
                  <a:pt x="2708697" y="1224059"/>
                </a:lnTo>
                <a:lnTo>
                  <a:pt x="2666082" y="1210556"/>
                </a:lnTo>
                <a:lnTo>
                  <a:pt x="2623167" y="1198294"/>
                </a:lnTo>
                <a:lnTo>
                  <a:pt x="2579980" y="1187277"/>
                </a:lnTo>
                <a:lnTo>
                  <a:pt x="2536548" y="1177504"/>
                </a:lnTo>
                <a:lnTo>
                  <a:pt x="2492900" y="1168978"/>
                </a:lnTo>
                <a:lnTo>
                  <a:pt x="2449062" y="1161700"/>
                </a:lnTo>
                <a:lnTo>
                  <a:pt x="2405064" y="1155671"/>
                </a:lnTo>
                <a:lnTo>
                  <a:pt x="2360932" y="1150894"/>
                </a:lnTo>
                <a:lnTo>
                  <a:pt x="2316694" y="1147368"/>
                </a:lnTo>
                <a:lnTo>
                  <a:pt x="2272378" y="1145096"/>
                </a:lnTo>
                <a:lnTo>
                  <a:pt x="2228012" y="1144079"/>
                </a:lnTo>
                <a:lnTo>
                  <a:pt x="2183623" y="1144319"/>
                </a:lnTo>
                <a:lnTo>
                  <a:pt x="2139239" y="1145817"/>
                </a:lnTo>
                <a:lnTo>
                  <a:pt x="2094888" y="1148574"/>
                </a:lnTo>
                <a:lnTo>
                  <a:pt x="2050598" y="1152592"/>
                </a:lnTo>
                <a:lnTo>
                  <a:pt x="2006396" y="1157872"/>
                </a:lnTo>
                <a:lnTo>
                  <a:pt x="1962310" y="1164416"/>
                </a:lnTo>
                <a:lnTo>
                  <a:pt x="1918368" y="1172225"/>
                </a:lnTo>
                <a:lnTo>
                  <a:pt x="1874597" y="1181300"/>
                </a:lnTo>
                <a:lnTo>
                  <a:pt x="1831026" y="1191644"/>
                </a:lnTo>
                <a:lnTo>
                  <a:pt x="1787681" y="1203257"/>
                </a:lnTo>
                <a:lnTo>
                  <a:pt x="1744591" y="1216141"/>
                </a:lnTo>
                <a:lnTo>
                  <a:pt x="1701783" y="1230297"/>
                </a:lnTo>
                <a:lnTo>
                  <a:pt x="1659285" y="1245726"/>
                </a:lnTo>
                <a:lnTo>
                  <a:pt x="1617125" y="1262431"/>
                </a:lnTo>
                <a:lnTo>
                  <a:pt x="1575331" y="1280413"/>
                </a:lnTo>
                <a:lnTo>
                  <a:pt x="1533930" y="1299672"/>
                </a:lnTo>
                <a:lnTo>
                  <a:pt x="1492950" y="1320211"/>
                </a:lnTo>
                <a:lnTo>
                  <a:pt x="1452418" y="1342030"/>
                </a:lnTo>
                <a:lnTo>
                  <a:pt x="1412363" y="1365132"/>
                </a:lnTo>
                <a:lnTo>
                  <a:pt x="1372812" y="1389518"/>
                </a:lnTo>
                <a:lnTo>
                  <a:pt x="1333793" y="1415188"/>
                </a:lnTo>
                <a:lnTo>
                  <a:pt x="1295334" y="1442146"/>
                </a:lnTo>
                <a:lnTo>
                  <a:pt x="1257462" y="1470391"/>
                </a:lnTo>
                <a:lnTo>
                  <a:pt x="1220205" y="1499926"/>
                </a:lnTo>
                <a:lnTo>
                  <a:pt x="1183590" y="1530751"/>
                </a:lnTo>
                <a:lnTo>
                  <a:pt x="1154728" y="1556541"/>
                </a:lnTo>
                <a:lnTo>
                  <a:pt x="0" y="1556541"/>
                </a:lnTo>
                <a:lnTo>
                  <a:pt x="0" y="1139997"/>
                </a:lnTo>
                <a:lnTo>
                  <a:pt x="48408" y="1074307"/>
                </a:lnTo>
                <a:lnTo>
                  <a:pt x="78702" y="1035330"/>
                </a:lnTo>
                <a:lnTo>
                  <a:pt x="109730" y="996883"/>
                </a:lnTo>
                <a:lnTo>
                  <a:pt x="141490" y="958971"/>
                </a:lnTo>
                <a:lnTo>
                  <a:pt x="173978" y="921597"/>
                </a:lnTo>
                <a:lnTo>
                  <a:pt x="207191" y="884768"/>
                </a:lnTo>
                <a:lnTo>
                  <a:pt x="241126" y="848485"/>
                </a:lnTo>
                <a:lnTo>
                  <a:pt x="275780" y="812755"/>
                </a:lnTo>
                <a:lnTo>
                  <a:pt x="311149" y="777581"/>
                </a:lnTo>
                <a:lnTo>
                  <a:pt x="347231" y="742968"/>
                </a:lnTo>
                <a:lnTo>
                  <a:pt x="384023" y="708920"/>
                </a:lnTo>
                <a:lnTo>
                  <a:pt x="413865" y="682276"/>
                </a:lnTo>
                <a:lnTo>
                  <a:pt x="421521" y="675441"/>
                </a:lnTo>
                <a:lnTo>
                  <a:pt x="459722" y="642536"/>
                </a:lnTo>
                <a:lnTo>
                  <a:pt x="498623" y="610209"/>
                </a:lnTo>
                <a:lnTo>
                  <a:pt x="538221" y="578464"/>
                </a:lnTo>
                <a:lnTo>
                  <a:pt x="576812" y="548634"/>
                </a:lnTo>
                <a:lnTo>
                  <a:pt x="615798" y="519601"/>
                </a:lnTo>
                <a:lnTo>
                  <a:pt x="655169" y="491363"/>
                </a:lnTo>
                <a:lnTo>
                  <a:pt x="694913" y="463920"/>
                </a:lnTo>
                <a:lnTo>
                  <a:pt x="735021" y="437272"/>
                </a:lnTo>
                <a:lnTo>
                  <a:pt x="775480" y="411418"/>
                </a:lnTo>
                <a:lnTo>
                  <a:pt x="816281" y="386357"/>
                </a:lnTo>
                <a:lnTo>
                  <a:pt x="857413" y="362089"/>
                </a:lnTo>
                <a:lnTo>
                  <a:pt x="898864" y="338614"/>
                </a:lnTo>
                <a:lnTo>
                  <a:pt x="940625" y="315930"/>
                </a:lnTo>
                <a:lnTo>
                  <a:pt x="982685" y="294038"/>
                </a:lnTo>
                <a:lnTo>
                  <a:pt x="1025032" y="272937"/>
                </a:lnTo>
                <a:lnTo>
                  <a:pt x="1067656" y="252625"/>
                </a:lnTo>
                <a:lnTo>
                  <a:pt x="1110547" y="233103"/>
                </a:lnTo>
                <a:lnTo>
                  <a:pt x="1153693" y="214370"/>
                </a:lnTo>
                <a:lnTo>
                  <a:pt x="1197084" y="196426"/>
                </a:lnTo>
                <a:lnTo>
                  <a:pt x="1240709" y="179270"/>
                </a:lnTo>
                <a:lnTo>
                  <a:pt x="1284558" y="162900"/>
                </a:lnTo>
                <a:lnTo>
                  <a:pt x="1328619" y="147318"/>
                </a:lnTo>
                <a:lnTo>
                  <a:pt x="1372883" y="132522"/>
                </a:lnTo>
                <a:lnTo>
                  <a:pt x="1417337" y="118511"/>
                </a:lnTo>
                <a:lnTo>
                  <a:pt x="1461972" y="105286"/>
                </a:lnTo>
                <a:lnTo>
                  <a:pt x="1506776" y="92845"/>
                </a:lnTo>
                <a:lnTo>
                  <a:pt x="1551740" y="81188"/>
                </a:lnTo>
                <a:lnTo>
                  <a:pt x="1596852" y="70315"/>
                </a:lnTo>
                <a:lnTo>
                  <a:pt x="1642101" y="60224"/>
                </a:lnTo>
                <a:lnTo>
                  <a:pt x="1687478" y="50916"/>
                </a:lnTo>
                <a:lnTo>
                  <a:pt x="1732970" y="42390"/>
                </a:lnTo>
                <a:lnTo>
                  <a:pt x="1778568" y="34645"/>
                </a:lnTo>
                <a:lnTo>
                  <a:pt x="1824260" y="27680"/>
                </a:lnTo>
                <a:lnTo>
                  <a:pt x="1870036" y="21496"/>
                </a:lnTo>
                <a:lnTo>
                  <a:pt x="1915885" y="16091"/>
                </a:lnTo>
                <a:lnTo>
                  <a:pt x="1961797" y="11465"/>
                </a:lnTo>
                <a:lnTo>
                  <a:pt x="2007760" y="7617"/>
                </a:lnTo>
                <a:lnTo>
                  <a:pt x="2053765" y="4547"/>
                </a:lnTo>
                <a:lnTo>
                  <a:pt x="2099799" y="2255"/>
                </a:lnTo>
                <a:lnTo>
                  <a:pt x="2145853" y="739"/>
                </a:lnTo>
                <a:lnTo>
                  <a:pt x="2191916" y="0"/>
                </a:lnTo>
                <a:lnTo>
                  <a:pt x="2237976" y="36"/>
                </a:lnTo>
                <a:lnTo>
                  <a:pt x="2284024" y="847"/>
                </a:lnTo>
                <a:lnTo>
                  <a:pt x="2330049" y="2432"/>
                </a:lnTo>
                <a:lnTo>
                  <a:pt x="2376039" y="4792"/>
                </a:lnTo>
                <a:lnTo>
                  <a:pt x="2421985" y="7925"/>
                </a:lnTo>
                <a:lnTo>
                  <a:pt x="2467874" y="11831"/>
                </a:lnTo>
                <a:lnTo>
                  <a:pt x="2513698" y="16509"/>
                </a:lnTo>
                <a:lnTo>
                  <a:pt x="2559444" y="21959"/>
                </a:lnTo>
                <a:lnTo>
                  <a:pt x="2605102" y="28179"/>
                </a:lnTo>
                <a:lnTo>
                  <a:pt x="2650662" y="35171"/>
                </a:lnTo>
                <a:lnTo>
                  <a:pt x="2696113" y="42933"/>
                </a:lnTo>
                <a:lnTo>
                  <a:pt x="2741443" y="51464"/>
                </a:lnTo>
                <a:lnTo>
                  <a:pt x="2786643" y="60764"/>
                </a:lnTo>
                <a:lnTo>
                  <a:pt x="2831701" y="70832"/>
                </a:lnTo>
                <a:lnTo>
                  <a:pt x="2876606" y="81668"/>
                </a:lnTo>
                <a:lnTo>
                  <a:pt x="2921349" y="93271"/>
                </a:lnTo>
                <a:lnTo>
                  <a:pt x="2965918" y="105641"/>
                </a:lnTo>
                <a:lnTo>
                  <a:pt x="3010303" y="118777"/>
                </a:lnTo>
                <a:lnTo>
                  <a:pt x="3054493" y="132679"/>
                </a:lnTo>
                <a:lnTo>
                  <a:pt x="3098476" y="147346"/>
                </a:lnTo>
                <a:lnTo>
                  <a:pt x="3142243" y="162777"/>
                </a:lnTo>
                <a:lnTo>
                  <a:pt x="3185782" y="178972"/>
                </a:lnTo>
                <a:lnTo>
                  <a:pt x="3229084" y="195931"/>
                </a:lnTo>
                <a:lnTo>
                  <a:pt x="3272136" y="213652"/>
                </a:lnTo>
                <a:lnTo>
                  <a:pt x="3314929" y="232135"/>
                </a:lnTo>
                <a:lnTo>
                  <a:pt x="3357452" y="251380"/>
                </a:lnTo>
                <a:lnTo>
                  <a:pt x="3399694" y="271387"/>
                </a:lnTo>
                <a:lnTo>
                  <a:pt x="3441643" y="292153"/>
                </a:lnTo>
                <a:lnTo>
                  <a:pt x="3483291" y="313680"/>
                </a:lnTo>
                <a:lnTo>
                  <a:pt x="3524625" y="335966"/>
                </a:lnTo>
                <a:lnTo>
                  <a:pt x="3565635" y="359011"/>
                </a:lnTo>
                <a:lnTo>
                  <a:pt x="3606310" y="382814"/>
                </a:lnTo>
                <a:lnTo>
                  <a:pt x="3646640" y="407376"/>
                </a:lnTo>
                <a:lnTo>
                  <a:pt x="3686614" y="432694"/>
                </a:lnTo>
                <a:lnTo>
                  <a:pt x="3726220" y="458769"/>
                </a:lnTo>
                <a:lnTo>
                  <a:pt x="3765450" y="485600"/>
                </a:lnTo>
                <a:lnTo>
                  <a:pt x="3804290" y="513186"/>
                </a:lnTo>
                <a:lnTo>
                  <a:pt x="3842732" y="541528"/>
                </a:lnTo>
                <a:lnTo>
                  <a:pt x="3880764" y="570623"/>
                </a:lnTo>
                <a:lnTo>
                  <a:pt x="3918375" y="600473"/>
                </a:lnTo>
                <a:lnTo>
                  <a:pt x="3955555" y="631076"/>
                </a:lnTo>
                <a:lnTo>
                  <a:pt x="3992293" y="662432"/>
                </a:lnTo>
                <a:lnTo>
                  <a:pt x="4028578" y="694540"/>
                </a:lnTo>
                <a:lnTo>
                  <a:pt x="4064399" y="727399"/>
                </a:lnTo>
                <a:lnTo>
                  <a:pt x="4099747" y="761010"/>
                </a:lnTo>
                <a:lnTo>
                  <a:pt x="4135915" y="796643"/>
                </a:lnTo>
                <a:lnTo>
                  <a:pt x="4171329" y="832786"/>
                </a:lnTo>
                <a:lnTo>
                  <a:pt x="4205986" y="869433"/>
                </a:lnTo>
                <a:lnTo>
                  <a:pt x="4239885" y="906580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2748032" y="1380969"/>
            <a:ext cx="487045" cy="572770"/>
          </a:xfrm>
          <a:custGeom>
            <a:avLst/>
            <a:gdLst/>
            <a:ahLst/>
            <a:cxnLst/>
            <a:rect l="l" t="t" r="r" b="b"/>
            <a:pathLst>
              <a:path w="487044" h="572769">
                <a:moveTo>
                  <a:pt x="249659" y="572636"/>
                </a:moveTo>
                <a:lnTo>
                  <a:pt x="243630" y="572636"/>
                </a:lnTo>
                <a:lnTo>
                  <a:pt x="242217" y="568379"/>
                </a:lnTo>
                <a:lnTo>
                  <a:pt x="233628" y="541805"/>
                </a:lnTo>
                <a:lnTo>
                  <a:pt x="227314" y="521234"/>
                </a:lnTo>
                <a:lnTo>
                  <a:pt x="221703" y="502689"/>
                </a:lnTo>
                <a:lnTo>
                  <a:pt x="215222" y="482197"/>
                </a:lnTo>
                <a:lnTo>
                  <a:pt x="199992" y="439226"/>
                </a:lnTo>
                <a:lnTo>
                  <a:pt x="183020" y="403710"/>
                </a:lnTo>
                <a:lnTo>
                  <a:pt x="152433" y="364965"/>
                </a:lnTo>
                <a:lnTo>
                  <a:pt x="113025" y="337211"/>
                </a:lnTo>
                <a:lnTo>
                  <a:pt x="63804" y="313968"/>
                </a:lnTo>
                <a:lnTo>
                  <a:pt x="3777" y="288760"/>
                </a:lnTo>
                <a:lnTo>
                  <a:pt x="0" y="287131"/>
                </a:lnTo>
                <a:lnTo>
                  <a:pt x="38" y="281743"/>
                </a:lnTo>
                <a:lnTo>
                  <a:pt x="3848" y="280190"/>
                </a:lnTo>
                <a:lnTo>
                  <a:pt x="45983" y="263197"/>
                </a:lnTo>
                <a:lnTo>
                  <a:pt x="89484" y="244358"/>
                </a:lnTo>
                <a:lnTo>
                  <a:pt x="129982" y="222974"/>
                </a:lnTo>
                <a:lnTo>
                  <a:pt x="163107" y="198347"/>
                </a:lnTo>
                <a:lnTo>
                  <a:pt x="194728" y="150999"/>
                </a:lnTo>
                <a:lnTo>
                  <a:pt x="214342" y="96034"/>
                </a:lnTo>
                <a:lnTo>
                  <a:pt x="221334" y="75016"/>
                </a:lnTo>
                <a:lnTo>
                  <a:pt x="227504" y="56082"/>
                </a:lnTo>
                <a:lnTo>
                  <a:pt x="234037" y="34276"/>
                </a:lnTo>
                <a:lnTo>
                  <a:pt x="242118" y="4641"/>
                </a:lnTo>
                <a:lnTo>
                  <a:pt x="243337" y="0"/>
                </a:lnTo>
                <a:lnTo>
                  <a:pt x="249934" y="12"/>
                </a:lnTo>
                <a:lnTo>
                  <a:pt x="265542" y="57140"/>
                </a:lnTo>
                <a:lnTo>
                  <a:pt x="278942" y="96036"/>
                </a:lnTo>
                <a:lnTo>
                  <a:pt x="288768" y="123760"/>
                </a:lnTo>
                <a:lnTo>
                  <a:pt x="312245" y="176307"/>
                </a:lnTo>
                <a:lnTo>
                  <a:pt x="362359" y="223002"/>
                </a:lnTo>
                <a:lnTo>
                  <a:pt x="400683" y="244406"/>
                </a:lnTo>
                <a:lnTo>
                  <a:pt x="441867" y="263261"/>
                </a:lnTo>
                <a:lnTo>
                  <a:pt x="486395" y="281824"/>
                </a:lnTo>
                <a:lnTo>
                  <a:pt x="486462" y="287131"/>
                </a:lnTo>
                <a:lnTo>
                  <a:pt x="482746" y="288797"/>
                </a:lnTo>
                <a:lnTo>
                  <a:pt x="426535" y="313410"/>
                </a:lnTo>
                <a:lnTo>
                  <a:pt x="379316" y="336733"/>
                </a:lnTo>
                <a:lnTo>
                  <a:pt x="340692" y="364816"/>
                </a:lnTo>
                <a:lnTo>
                  <a:pt x="310267" y="403710"/>
                </a:lnTo>
                <a:lnTo>
                  <a:pt x="293294" y="439227"/>
                </a:lnTo>
                <a:lnTo>
                  <a:pt x="278065" y="482197"/>
                </a:lnTo>
                <a:lnTo>
                  <a:pt x="265973" y="521234"/>
                </a:lnTo>
                <a:lnTo>
                  <a:pt x="259659" y="541805"/>
                </a:lnTo>
                <a:lnTo>
                  <a:pt x="251070" y="568379"/>
                </a:lnTo>
                <a:lnTo>
                  <a:pt x="249659" y="572636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366147" y="2115658"/>
            <a:ext cx="487045" cy="572770"/>
          </a:xfrm>
          <a:custGeom>
            <a:avLst/>
            <a:gdLst/>
            <a:ahLst/>
            <a:cxnLst/>
            <a:rect l="l" t="t" r="r" b="b"/>
            <a:pathLst>
              <a:path w="487044" h="572769">
                <a:moveTo>
                  <a:pt x="249659" y="572636"/>
                </a:moveTo>
                <a:lnTo>
                  <a:pt x="243630" y="572636"/>
                </a:lnTo>
                <a:lnTo>
                  <a:pt x="242217" y="568379"/>
                </a:lnTo>
                <a:lnTo>
                  <a:pt x="233628" y="541805"/>
                </a:lnTo>
                <a:lnTo>
                  <a:pt x="227314" y="521234"/>
                </a:lnTo>
                <a:lnTo>
                  <a:pt x="221703" y="502689"/>
                </a:lnTo>
                <a:lnTo>
                  <a:pt x="215222" y="482197"/>
                </a:lnTo>
                <a:lnTo>
                  <a:pt x="199992" y="439226"/>
                </a:lnTo>
                <a:lnTo>
                  <a:pt x="183020" y="403710"/>
                </a:lnTo>
                <a:lnTo>
                  <a:pt x="152433" y="364965"/>
                </a:lnTo>
                <a:lnTo>
                  <a:pt x="113025" y="337211"/>
                </a:lnTo>
                <a:lnTo>
                  <a:pt x="63804" y="313968"/>
                </a:lnTo>
                <a:lnTo>
                  <a:pt x="3777" y="288760"/>
                </a:lnTo>
                <a:lnTo>
                  <a:pt x="0" y="287131"/>
                </a:lnTo>
                <a:lnTo>
                  <a:pt x="38" y="281743"/>
                </a:lnTo>
                <a:lnTo>
                  <a:pt x="3848" y="280190"/>
                </a:lnTo>
                <a:lnTo>
                  <a:pt x="45983" y="263197"/>
                </a:lnTo>
                <a:lnTo>
                  <a:pt x="89484" y="244358"/>
                </a:lnTo>
                <a:lnTo>
                  <a:pt x="129982" y="222974"/>
                </a:lnTo>
                <a:lnTo>
                  <a:pt x="163107" y="198347"/>
                </a:lnTo>
                <a:lnTo>
                  <a:pt x="194728" y="150999"/>
                </a:lnTo>
                <a:lnTo>
                  <a:pt x="214342" y="96034"/>
                </a:lnTo>
                <a:lnTo>
                  <a:pt x="221334" y="75016"/>
                </a:lnTo>
                <a:lnTo>
                  <a:pt x="227504" y="56082"/>
                </a:lnTo>
                <a:lnTo>
                  <a:pt x="234037" y="34276"/>
                </a:lnTo>
                <a:lnTo>
                  <a:pt x="242118" y="4641"/>
                </a:lnTo>
                <a:lnTo>
                  <a:pt x="243337" y="0"/>
                </a:lnTo>
                <a:lnTo>
                  <a:pt x="249934" y="12"/>
                </a:lnTo>
                <a:lnTo>
                  <a:pt x="265542" y="57140"/>
                </a:lnTo>
                <a:lnTo>
                  <a:pt x="278942" y="96036"/>
                </a:lnTo>
                <a:lnTo>
                  <a:pt x="288768" y="123760"/>
                </a:lnTo>
                <a:lnTo>
                  <a:pt x="312245" y="176307"/>
                </a:lnTo>
                <a:lnTo>
                  <a:pt x="362359" y="223002"/>
                </a:lnTo>
                <a:lnTo>
                  <a:pt x="400683" y="244406"/>
                </a:lnTo>
                <a:lnTo>
                  <a:pt x="441867" y="263261"/>
                </a:lnTo>
                <a:lnTo>
                  <a:pt x="486395" y="281824"/>
                </a:lnTo>
                <a:lnTo>
                  <a:pt x="486462" y="287131"/>
                </a:lnTo>
                <a:lnTo>
                  <a:pt x="482746" y="288797"/>
                </a:lnTo>
                <a:lnTo>
                  <a:pt x="426535" y="313410"/>
                </a:lnTo>
                <a:lnTo>
                  <a:pt x="379316" y="336733"/>
                </a:lnTo>
                <a:lnTo>
                  <a:pt x="340692" y="364816"/>
                </a:lnTo>
                <a:lnTo>
                  <a:pt x="310267" y="403710"/>
                </a:lnTo>
                <a:lnTo>
                  <a:pt x="293294" y="439227"/>
                </a:lnTo>
                <a:lnTo>
                  <a:pt x="278065" y="482197"/>
                </a:lnTo>
                <a:lnTo>
                  <a:pt x="265973" y="521234"/>
                </a:lnTo>
                <a:lnTo>
                  <a:pt x="259659" y="541805"/>
                </a:lnTo>
                <a:lnTo>
                  <a:pt x="251070" y="568379"/>
                </a:lnTo>
                <a:lnTo>
                  <a:pt x="249659" y="572636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82008" y="5596302"/>
            <a:ext cx="150567" cy="150567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4195159" y="5550665"/>
            <a:ext cx="158432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latin typeface="Arial MT"/>
                <a:cs typeface="Arial MT"/>
              </a:rPr>
              <a:t>Abnormal</a:t>
            </a:r>
            <a:r>
              <a:rPr dirty="0" sz="1150" spc="1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signals</a:t>
            </a:r>
            <a:r>
              <a:rPr dirty="0" sz="1150" spc="15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(&gt;30)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82008" y="5982130"/>
            <a:ext cx="150567" cy="150567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4185749" y="5936494"/>
            <a:ext cx="143573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latin typeface="Arial MT"/>
                <a:cs typeface="Arial MT"/>
              </a:rPr>
              <a:t>Healthy</a:t>
            </a:r>
            <a:r>
              <a:rPr dirty="0" sz="1150" spc="114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singles</a:t>
            </a:r>
            <a:r>
              <a:rPr dirty="0" sz="1150" spc="114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(&lt;30)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01238" y="6333141"/>
            <a:ext cx="3811208" cy="3811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5999695"/>
            <a:ext cx="13052425" cy="3131185"/>
          </a:xfrm>
          <a:custGeom>
            <a:avLst/>
            <a:gdLst/>
            <a:ahLst/>
            <a:cxnLst/>
            <a:rect l="l" t="t" r="r" b="b"/>
            <a:pathLst>
              <a:path w="13052425" h="3131184">
                <a:moveTo>
                  <a:pt x="13051828" y="1565287"/>
                </a:moveTo>
                <a:lnTo>
                  <a:pt x="13051117" y="1517434"/>
                </a:lnTo>
                <a:lnTo>
                  <a:pt x="13048971" y="1469936"/>
                </a:lnTo>
                <a:lnTo>
                  <a:pt x="13045440" y="1422819"/>
                </a:lnTo>
                <a:lnTo>
                  <a:pt x="13040513" y="1376095"/>
                </a:lnTo>
                <a:lnTo>
                  <a:pt x="13034239" y="1329791"/>
                </a:lnTo>
                <a:lnTo>
                  <a:pt x="13026619" y="1283919"/>
                </a:lnTo>
                <a:lnTo>
                  <a:pt x="13017678" y="1238516"/>
                </a:lnTo>
                <a:lnTo>
                  <a:pt x="13007442" y="1193596"/>
                </a:lnTo>
                <a:lnTo>
                  <a:pt x="12995923" y="1149172"/>
                </a:lnTo>
                <a:lnTo>
                  <a:pt x="12983147" y="1105268"/>
                </a:lnTo>
                <a:lnTo>
                  <a:pt x="12969139" y="1061910"/>
                </a:lnTo>
                <a:lnTo>
                  <a:pt x="12953899" y="1019111"/>
                </a:lnTo>
                <a:lnTo>
                  <a:pt x="12937477" y="976896"/>
                </a:lnTo>
                <a:lnTo>
                  <a:pt x="12919875" y="935278"/>
                </a:lnTo>
                <a:lnTo>
                  <a:pt x="12901117" y="894283"/>
                </a:lnTo>
                <a:lnTo>
                  <a:pt x="12881229" y="853935"/>
                </a:lnTo>
                <a:lnTo>
                  <a:pt x="12860223" y="814260"/>
                </a:lnTo>
                <a:lnTo>
                  <a:pt x="12838125" y="775258"/>
                </a:lnTo>
                <a:lnTo>
                  <a:pt x="12814948" y="736968"/>
                </a:lnTo>
                <a:lnTo>
                  <a:pt x="12790729" y="699401"/>
                </a:lnTo>
                <a:lnTo>
                  <a:pt x="12765469" y="662571"/>
                </a:lnTo>
                <a:lnTo>
                  <a:pt x="12739192" y="626516"/>
                </a:lnTo>
                <a:lnTo>
                  <a:pt x="12711925" y="591248"/>
                </a:lnTo>
                <a:lnTo>
                  <a:pt x="12683693" y="556793"/>
                </a:lnTo>
                <a:lnTo>
                  <a:pt x="12654509" y="523163"/>
                </a:lnTo>
                <a:lnTo>
                  <a:pt x="12624397" y="490372"/>
                </a:lnTo>
                <a:lnTo>
                  <a:pt x="12593371" y="458457"/>
                </a:lnTo>
                <a:lnTo>
                  <a:pt x="12561456" y="427431"/>
                </a:lnTo>
                <a:lnTo>
                  <a:pt x="12528677" y="397319"/>
                </a:lnTo>
                <a:lnTo>
                  <a:pt x="12495035" y="368134"/>
                </a:lnTo>
                <a:lnTo>
                  <a:pt x="12460580" y="339902"/>
                </a:lnTo>
                <a:lnTo>
                  <a:pt x="12425312" y="312635"/>
                </a:lnTo>
                <a:lnTo>
                  <a:pt x="12389256" y="286359"/>
                </a:lnTo>
                <a:lnTo>
                  <a:pt x="12352439" y="261099"/>
                </a:lnTo>
                <a:lnTo>
                  <a:pt x="12314873" y="236880"/>
                </a:lnTo>
                <a:lnTo>
                  <a:pt x="12276569" y="213702"/>
                </a:lnTo>
                <a:lnTo>
                  <a:pt x="12237580" y="191604"/>
                </a:lnTo>
                <a:lnTo>
                  <a:pt x="12197893" y="170599"/>
                </a:lnTo>
                <a:lnTo>
                  <a:pt x="12157545" y="150710"/>
                </a:lnTo>
                <a:lnTo>
                  <a:pt x="12116549" y="131953"/>
                </a:lnTo>
                <a:lnTo>
                  <a:pt x="12074944" y="114350"/>
                </a:lnTo>
                <a:lnTo>
                  <a:pt x="12032729" y="97929"/>
                </a:lnTo>
                <a:lnTo>
                  <a:pt x="11989918" y="82689"/>
                </a:lnTo>
                <a:lnTo>
                  <a:pt x="11946560" y="68681"/>
                </a:lnTo>
                <a:lnTo>
                  <a:pt x="11902656" y="55905"/>
                </a:lnTo>
                <a:lnTo>
                  <a:pt x="11858231" y="44386"/>
                </a:lnTo>
                <a:lnTo>
                  <a:pt x="11813311" y="34150"/>
                </a:lnTo>
                <a:lnTo>
                  <a:pt x="11767909" y="25209"/>
                </a:lnTo>
                <a:lnTo>
                  <a:pt x="11722037" y="17589"/>
                </a:lnTo>
                <a:lnTo>
                  <a:pt x="11675732" y="11315"/>
                </a:lnTo>
                <a:lnTo>
                  <a:pt x="11629009" y="6388"/>
                </a:lnTo>
                <a:lnTo>
                  <a:pt x="11581892" y="2857"/>
                </a:lnTo>
                <a:lnTo>
                  <a:pt x="11534394" y="711"/>
                </a:lnTo>
                <a:lnTo>
                  <a:pt x="11486540" y="0"/>
                </a:lnTo>
                <a:lnTo>
                  <a:pt x="8325713" y="0"/>
                </a:lnTo>
                <a:lnTo>
                  <a:pt x="8325523" y="38"/>
                </a:lnTo>
                <a:lnTo>
                  <a:pt x="6278423" y="38"/>
                </a:lnTo>
                <a:lnTo>
                  <a:pt x="5964326" y="38"/>
                </a:lnTo>
                <a:lnTo>
                  <a:pt x="3499866" y="38"/>
                </a:lnTo>
                <a:lnTo>
                  <a:pt x="3126981" y="38"/>
                </a:lnTo>
                <a:lnTo>
                  <a:pt x="348424" y="38"/>
                </a:lnTo>
                <a:lnTo>
                  <a:pt x="300570" y="762"/>
                </a:lnTo>
                <a:lnTo>
                  <a:pt x="253072" y="2895"/>
                </a:lnTo>
                <a:lnTo>
                  <a:pt x="205943" y="6438"/>
                </a:lnTo>
                <a:lnTo>
                  <a:pt x="159219" y="11353"/>
                </a:lnTo>
                <a:lnTo>
                  <a:pt x="112915" y="17640"/>
                </a:lnTo>
                <a:lnTo>
                  <a:pt x="67056" y="25260"/>
                </a:lnTo>
                <a:lnTo>
                  <a:pt x="21653" y="34188"/>
                </a:lnTo>
                <a:lnTo>
                  <a:pt x="0" y="39128"/>
                </a:lnTo>
                <a:lnTo>
                  <a:pt x="0" y="3091523"/>
                </a:lnTo>
                <a:lnTo>
                  <a:pt x="67056" y="3105404"/>
                </a:lnTo>
                <a:lnTo>
                  <a:pt x="112915" y="3113024"/>
                </a:lnTo>
                <a:lnTo>
                  <a:pt x="159219" y="3119297"/>
                </a:lnTo>
                <a:lnTo>
                  <a:pt x="205943" y="3124225"/>
                </a:lnTo>
                <a:lnTo>
                  <a:pt x="253072" y="3127768"/>
                </a:lnTo>
                <a:lnTo>
                  <a:pt x="300570" y="3129902"/>
                </a:lnTo>
                <a:lnTo>
                  <a:pt x="348424" y="3130626"/>
                </a:lnTo>
                <a:lnTo>
                  <a:pt x="3126981" y="3130626"/>
                </a:lnTo>
                <a:lnTo>
                  <a:pt x="3509251" y="3130626"/>
                </a:lnTo>
                <a:lnTo>
                  <a:pt x="5964326" y="3130626"/>
                </a:lnTo>
                <a:lnTo>
                  <a:pt x="6287808" y="3130626"/>
                </a:lnTo>
                <a:lnTo>
                  <a:pt x="9125166" y="3130626"/>
                </a:lnTo>
                <a:lnTo>
                  <a:pt x="9125407" y="3130575"/>
                </a:lnTo>
                <a:lnTo>
                  <a:pt x="11486540" y="3130575"/>
                </a:lnTo>
                <a:lnTo>
                  <a:pt x="11534394" y="3129864"/>
                </a:lnTo>
                <a:lnTo>
                  <a:pt x="11581892" y="3127718"/>
                </a:lnTo>
                <a:lnTo>
                  <a:pt x="11629009" y="3124187"/>
                </a:lnTo>
                <a:lnTo>
                  <a:pt x="11675732" y="3119259"/>
                </a:lnTo>
                <a:lnTo>
                  <a:pt x="11722037" y="3112986"/>
                </a:lnTo>
                <a:lnTo>
                  <a:pt x="11767909" y="3105366"/>
                </a:lnTo>
                <a:lnTo>
                  <a:pt x="11813311" y="3096425"/>
                </a:lnTo>
                <a:lnTo>
                  <a:pt x="11858231" y="3086189"/>
                </a:lnTo>
                <a:lnTo>
                  <a:pt x="11902656" y="3074670"/>
                </a:lnTo>
                <a:lnTo>
                  <a:pt x="11946560" y="3061893"/>
                </a:lnTo>
                <a:lnTo>
                  <a:pt x="11989918" y="3047885"/>
                </a:lnTo>
                <a:lnTo>
                  <a:pt x="12032729" y="3032658"/>
                </a:lnTo>
                <a:lnTo>
                  <a:pt x="12074944" y="3016224"/>
                </a:lnTo>
                <a:lnTo>
                  <a:pt x="12116549" y="2998622"/>
                </a:lnTo>
                <a:lnTo>
                  <a:pt x="12157545" y="2979877"/>
                </a:lnTo>
                <a:lnTo>
                  <a:pt x="12197893" y="2959976"/>
                </a:lnTo>
                <a:lnTo>
                  <a:pt x="12237580" y="2938970"/>
                </a:lnTo>
                <a:lnTo>
                  <a:pt x="12276569" y="2916872"/>
                </a:lnTo>
                <a:lnTo>
                  <a:pt x="12314873" y="2893707"/>
                </a:lnTo>
                <a:lnTo>
                  <a:pt x="12352439" y="2869476"/>
                </a:lnTo>
                <a:lnTo>
                  <a:pt x="12389256" y="2844215"/>
                </a:lnTo>
                <a:lnTo>
                  <a:pt x="12425312" y="2817939"/>
                </a:lnTo>
                <a:lnTo>
                  <a:pt x="12460580" y="2790685"/>
                </a:lnTo>
                <a:lnTo>
                  <a:pt x="12495035" y="2762440"/>
                </a:lnTo>
                <a:lnTo>
                  <a:pt x="12528677" y="2733256"/>
                </a:lnTo>
                <a:lnTo>
                  <a:pt x="12561456" y="2703144"/>
                </a:lnTo>
                <a:lnTo>
                  <a:pt x="12593371" y="2672118"/>
                </a:lnTo>
                <a:lnTo>
                  <a:pt x="12624397" y="2640203"/>
                </a:lnTo>
                <a:lnTo>
                  <a:pt x="12654509" y="2607424"/>
                </a:lnTo>
                <a:lnTo>
                  <a:pt x="12683693" y="2573794"/>
                </a:lnTo>
                <a:lnTo>
                  <a:pt x="12711925" y="2539327"/>
                </a:lnTo>
                <a:lnTo>
                  <a:pt x="12739192" y="2504059"/>
                </a:lnTo>
                <a:lnTo>
                  <a:pt x="12765469" y="2468003"/>
                </a:lnTo>
                <a:lnTo>
                  <a:pt x="12790729" y="2431186"/>
                </a:lnTo>
                <a:lnTo>
                  <a:pt x="12814948" y="2393619"/>
                </a:lnTo>
                <a:lnTo>
                  <a:pt x="12838125" y="2355316"/>
                </a:lnTo>
                <a:lnTo>
                  <a:pt x="12860223" y="2316327"/>
                </a:lnTo>
                <a:lnTo>
                  <a:pt x="12881229" y="2276640"/>
                </a:lnTo>
                <a:lnTo>
                  <a:pt x="12901117" y="2236292"/>
                </a:lnTo>
                <a:lnTo>
                  <a:pt x="12919875" y="2195296"/>
                </a:lnTo>
                <a:lnTo>
                  <a:pt x="12937477" y="2153691"/>
                </a:lnTo>
                <a:lnTo>
                  <a:pt x="12953899" y="2111464"/>
                </a:lnTo>
                <a:lnTo>
                  <a:pt x="12969139" y="2068664"/>
                </a:lnTo>
                <a:lnTo>
                  <a:pt x="12983147" y="2025307"/>
                </a:lnTo>
                <a:lnTo>
                  <a:pt x="12995923" y="1981403"/>
                </a:lnTo>
                <a:lnTo>
                  <a:pt x="13007442" y="1936978"/>
                </a:lnTo>
                <a:lnTo>
                  <a:pt x="13017678" y="1892058"/>
                </a:lnTo>
                <a:lnTo>
                  <a:pt x="13026619" y="1846656"/>
                </a:lnTo>
                <a:lnTo>
                  <a:pt x="13034239" y="1800783"/>
                </a:lnTo>
                <a:lnTo>
                  <a:pt x="13040513" y="1754479"/>
                </a:lnTo>
                <a:lnTo>
                  <a:pt x="13045440" y="1707756"/>
                </a:lnTo>
                <a:lnTo>
                  <a:pt x="13048971" y="1660639"/>
                </a:lnTo>
                <a:lnTo>
                  <a:pt x="13051117" y="1613141"/>
                </a:lnTo>
                <a:lnTo>
                  <a:pt x="13051828" y="1565287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162004" y="1500910"/>
            <a:ext cx="13126085" cy="3131185"/>
          </a:xfrm>
          <a:custGeom>
            <a:avLst/>
            <a:gdLst/>
            <a:ahLst/>
            <a:cxnLst/>
            <a:rect l="l" t="t" r="r" b="b"/>
            <a:pathLst>
              <a:path w="13126085" h="3131185">
                <a:moveTo>
                  <a:pt x="13125996" y="52654"/>
                </a:moveTo>
                <a:lnTo>
                  <a:pt x="13049225" y="34163"/>
                </a:lnTo>
                <a:lnTo>
                  <a:pt x="13003822" y="25222"/>
                </a:lnTo>
                <a:lnTo>
                  <a:pt x="12957963" y="17602"/>
                </a:lnTo>
                <a:lnTo>
                  <a:pt x="12911658" y="11315"/>
                </a:lnTo>
                <a:lnTo>
                  <a:pt x="12864935" y="6400"/>
                </a:lnTo>
                <a:lnTo>
                  <a:pt x="12817805" y="2857"/>
                </a:lnTo>
                <a:lnTo>
                  <a:pt x="12770307" y="723"/>
                </a:lnTo>
                <a:lnTo>
                  <a:pt x="12722454" y="0"/>
                </a:lnTo>
                <a:lnTo>
                  <a:pt x="9561627" y="0"/>
                </a:lnTo>
                <a:lnTo>
                  <a:pt x="9561373" y="50"/>
                </a:lnTo>
                <a:lnTo>
                  <a:pt x="7495286" y="50"/>
                </a:lnTo>
                <a:lnTo>
                  <a:pt x="7181189" y="50"/>
                </a:lnTo>
                <a:lnTo>
                  <a:pt x="4716742" y="50"/>
                </a:lnTo>
                <a:lnTo>
                  <a:pt x="4343844" y="50"/>
                </a:lnTo>
                <a:lnTo>
                  <a:pt x="1565287" y="50"/>
                </a:lnTo>
                <a:lnTo>
                  <a:pt x="1517434" y="762"/>
                </a:lnTo>
                <a:lnTo>
                  <a:pt x="1469936" y="2908"/>
                </a:lnTo>
                <a:lnTo>
                  <a:pt x="1422819" y="6438"/>
                </a:lnTo>
                <a:lnTo>
                  <a:pt x="1376095" y="11366"/>
                </a:lnTo>
                <a:lnTo>
                  <a:pt x="1329791" y="17640"/>
                </a:lnTo>
                <a:lnTo>
                  <a:pt x="1283919" y="25260"/>
                </a:lnTo>
                <a:lnTo>
                  <a:pt x="1238516" y="34201"/>
                </a:lnTo>
                <a:lnTo>
                  <a:pt x="1193596" y="44437"/>
                </a:lnTo>
                <a:lnTo>
                  <a:pt x="1149172" y="55956"/>
                </a:lnTo>
                <a:lnTo>
                  <a:pt x="1105268" y="68732"/>
                </a:lnTo>
                <a:lnTo>
                  <a:pt x="1061910" y="82740"/>
                </a:lnTo>
                <a:lnTo>
                  <a:pt x="1019098" y="97967"/>
                </a:lnTo>
                <a:lnTo>
                  <a:pt x="976884" y="114401"/>
                </a:lnTo>
                <a:lnTo>
                  <a:pt x="935278" y="132003"/>
                </a:lnTo>
                <a:lnTo>
                  <a:pt x="894283" y="150749"/>
                </a:lnTo>
                <a:lnTo>
                  <a:pt x="853935" y="170649"/>
                </a:lnTo>
                <a:lnTo>
                  <a:pt x="814247" y="191655"/>
                </a:lnTo>
                <a:lnTo>
                  <a:pt x="775258" y="213753"/>
                </a:lnTo>
                <a:lnTo>
                  <a:pt x="736955" y="236918"/>
                </a:lnTo>
                <a:lnTo>
                  <a:pt x="699389" y="261150"/>
                </a:lnTo>
                <a:lnTo>
                  <a:pt x="662571" y="286410"/>
                </a:lnTo>
                <a:lnTo>
                  <a:pt x="626516" y="312686"/>
                </a:lnTo>
                <a:lnTo>
                  <a:pt x="591248" y="339940"/>
                </a:lnTo>
                <a:lnTo>
                  <a:pt x="556793" y="368185"/>
                </a:lnTo>
                <a:lnTo>
                  <a:pt x="523151" y="397370"/>
                </a:lnTo>
                <a:lnTo>
                  <a:pt x="490372" y="427482"/>
                </a:lnTo>
                <a:lnTo>
                  <a:pt x="458457" y="458508"/>
                </a:lnTo>
                <a:lnTo>
                  <a:pt x="427431" y="490423"/>
                </a:lnTo>
                <a:lnTo>
                  <a:pt x="397319" y="523201"/>
                </a:lnTo>
                <a:lnTo>
                  <a:pt x="368134" y="556831"/>
                </a:lnTo>
                <a:lnTo>
                  <a:pt x="339902" y="591299"/>
                </a:lnTo>
                <a:lnTo>
                  <a:pt x="312635" y="626567"/>
                </a:lnTo>
                <a:lnTo>
                  <a:pt x="286359" y="662622"/>
                </a:lnTo>
                <a:lnTo>
                  <a:pt x="261099" y="699439"/>
                </a:lnTo>
                <a:lnTo>
                  <a:pt x="236880" y="737006"/>
                </a:lnTo>
                <a:lnTo>
                  <a:pt x="213702" y="775296"/>
                </a:lnTo>
                <a:lnTo>
                  <a:pt x="191604" y="814298"/>
                </a:lnTo>
                <a:lnTo>
                  <a:pt x="170599" y="853986"/>
                </a:lnTo>
                <a:lnTo>
                  <a:pt x="150710" y="894334"/>
                </a:lnTo>
                <a:lnTo>
                  <a:pt x="131953" y="935329"/>
                </a:lnTo>
                <a:lnTo>
                  <a:pt x="114350" y="976934"/>
                </a:lnTo>
                <a:lnTo>
                  <a:pt x="97929" y="1019162"/>
                </a:lnTo>
                <a:lnTo>
                  <a:pt x="82689" y="1061961"/>
                </a:lnTo>
                <a:lnTo>
                  <a:pt x="68681" y="1105319"/>
                </a:lnTo>
                <a:lnTo>
                  <a:pt x="55905" y="1149223"/>
                </a:lnTo>
                <a:lnTo>
                  <a:pt x="44386" y="1193647"/>
                </a:lnTo>
                <a:lnTo>
                  <a:pt x="34150" y="1238567"/>
                </a:lnTo>
                <a:lnTo>
                  <a:pt x="25209" y="1283970"/>
                </a:lnTo>
                <a:lnTo>
                  <a:pt x="17589" y="1329842"/>
                </a:lnTo>
                <a:lnTo>
                  <a:pt x="11315" y="1376146"/>
                </a:lnTo>
                <a:lnTo>
                  <a:pt x="6388" y="1422869"/>
                </a:lnTo>
                <a:lnTo>
                  <a:pt x="2857" y="1469986"/>
                </a:lnTo>
                <a:lnTo>
                  <a:pt x="711" y="1517484"/>
                </a:lnTo>
                <a:lnTo>
                  <a:pt x="0" y="1565338"/>
                </a:lnTo>
                <a:lnTo>
                  <a:pt x="711" y="1613192"/>
                </a:lnTo>
                <a:lnTo>
                  <a:pt x="2857" y="1660690"/>
                </a:lnTo>
                <a:lnTo>
                  <a:pt x="6388" y="1707807"/>
                </a:lnTo>
                <a:lnTo>
                  <a:pt x="11315" y="1754530"/>
                </a:lnTo>
                <a:lnTo>
                  <a:pt x="17589" y="1800834"/>
                </a:lnTo>
                <a:lnTo>
                  <a:pt x="25209" y="1846694"/>
                </a:lnTo>
                <a:lnTo>
                  <a:pt x="34150" y="1892109"/>
                </a:lnTo>
                <a:lnTo>
                  <a:pt x="44386" y="1937029"/>
                </a:lnTo>
                <a:lnTo>
                  <a:pt x="55905" y="1981454"/>
                </a:lnTo>
                <a:lnTo>
                  <a:pt x="68681" y="2025357"/>
                </a:lnTo>
                <a:lnTo>
                  <a:pt x="82689" y="2068715"/>
                </a:lnTo>
                <a:lnTo>
                  <a:pt x="97929" y="2111514"/>
                </a:lnTo>
                <a:lnTo>
                  <a:pt x="114350" y="2153729"/>
                </a:lnTo>
                <a:lnTo>
                  <a:pt x="131953" y="2195347"/>
                </a:lnTo>
                <a:lnTo>
                  <a:pt x="150710" y="2236343"/>
                </a:lnTo>
                <a:lnTo>
                  <a:pt x="170599" y="2276691"/>
                </a:lnTo>
                <a:lnTo>
                  <a:pt x="191604" y="2316365"/>
                </a:lnTo>
                <a:lnTo>
                  <a:pt x="213702" y="2355367"/>
                </a:lnTo>
                <a:lnTo>
                  <a:pt x="236880" y="2393658"/>
                </a:lnTo>
                <a:lnTo>
                  <a:pt x="261099" y="2431224"/>
                </a:lnTo>
                <a:lnTo>
                  <a:pt x="286359" y="2468054"/>
                </a:lnTo>
                <a:lnTo>
                  <a:pt x="312635" y="2504109"/>
                </a:lnTo>
                <a:lnTo>
                  <a:pt x="339902" y="2539377"/>
                </a:lnTo>
                <a:lnTo>
                  <a:pt x="368134" y="2573832"/>
                </a:lnTo>
                <a:lnTo>
                  <a:pt x="397319" y="2607462"/>
                </a:lnTo>
                <a:lnTo>
                  <a:pt x="427431" y="2640253"/>
                </a:lnTo>
                <a:lnTo>
                  <a:pt x="458457" y="2672169"/>
                </a:lnTo>
                <a:lnTo>
                  <a:pt x="490372" y="2703195"/>
                </a:lnTo>
                <a:lnTo>
                  <a:pt x="523151" y="2733306"/>
                </a:lnTo>
                <a:lnTo>
                  <a:pt x="556793" y="2762491"/>
                </a:lnTo>
                <a:lnTo>
                  <a:pt x="591248" y="2790723"/>
                </a:lnTo>
                <a:lnTo>
                  <a:pt x="626516" y="2817990"/>
                </a:lnTo>
                <a:lnTo>
                  <a:pt x="662571" y="2844266"/>
                </a:lnTo>
                <a:lnTo>
                  <a:pt x="699389" y="2869514"/>
                </a:lnTo>
                <a:lnTo>
                  <a:pt x="736955" y="2893745"/>
                </a:lnTo>
                <a:lnTo>
                  <a:pt x="775258" y="2916923"/>
                </a:lnTo>
                <a:lnTo>
                  <a:pt x="814247" y="2939021"/>
                </a:lnTo>
                <a:lnTo>
                  <a:pt x="853935" y="2960027"/>
                </a:lnTo>
                <a:lnTo>
                  <a:pt x="894283" y="2979915"/>
                </a:lnTo>
                <a:lnTo>
                  <a:pt x="935278" y="2998673"/>
                </a:lnTo>
                <a:lnTo>
                  <a:pt x="976884" y="3016275"/>
                </a:lnTo>
                <a:lnTo>
                  <a:pt x="1019098" y="3032696"/>
                </a:lnTo>
                <a:lnTo>
                  <a:pt x="1061910" y="3047936"/>
                </a:lnTo>
                <a:lnTo>
                  <a:pt x="1105268" y="3061944"/>
                </a:lnTo>
                <a:lnTo>
                  <a:pt x="1149172" y="3074720"/>
                </a:lnTo>
                <a:lnTo>
                  <a:pt x="1193596" y="3086239"/>
                </a:lnTo>
                <a:lnTo>
                  <a:pt x="1238516" y="3096476"/>
                </a:lnTo>
                <a:lnTo>
                  <a:pt x="1283919" y="3105416"/>
                </a:lnTo>
                <a:lnTo>
                  <a:pt x="1329791" y="3113036"/>
                </a:lnTo>
                <a:lnTo>
                  <a:pt x="1376095" y="3119310"/>
                </a:lnTo>
                <a:lnTo>
                  <a:pt x="1422819" y="3124238"/>
                </a:lnTo>
                <a:lnTo>
                  <a:pt x="1469936" y="3127768"/>
                </a:lnTo>
                <a:lnTo>
                  <a:pt x="1517434" y="3129915"/>
                </a:lnTo>
                <a:lnTo>
                  <a:pt x="1565287" y="3130626"/>
                </a:lnTo>
                <a:lnTo>
                  <a:pt x="4343844" y="3130626"/>
                </a:lnTo>
                <a:lnTo>
                  <a:pt x="4726114" y="3130626"/>
                </a:lnTo>
                <a:lnTo>
                  <a:pt x="7181189" y="3130626"/>
                </a:lnTo>
                <a:lnTo>
                  <a:pt x="7504671" y="3130626"/>
                </a:lnTo>
                <a:lnTo>
                  <a:pt x="10342029" y="3130626"/>
                </a:lnTo>
                <a:lnTo>
                  <a:pt x="10342207" y="3130588"/>
                </a:lnTo>
                <a:lnTo>
                  <a:pt x="12722454" y="3130588"/>
                </a:lnTo>
                <a:lnTo>
                  <a:pt x="12770307" y="3129864"/>
                </a:lnTo>
                <a:lnTo>
                  <a:pt x="12817805" y="3127730"/>
                </a:lnTo>
                <a:lnTo>
                  <a:pt x="12864935" y="3124187"/>
                </a:lnTo>
                <a:lnTo>
                  <a:pt x="12911658" y="3119272"/>
                </a:lnTo>
                <a:lnTo>
                  <a:pt x="12957963" y="3112986"/>
                </a:lnTo>
                <a:lnTo>
                  <a:pt x="13003822" y="3105366"/>
                </a:lnTo>
                <a:lnTo>
                  <a:pt x="13049225" y="3096425"/>
                </a:lnTo>
                <a:lnTo>
                  <a:pt x="13094145" y="3086189"/>
                </a:lnTo>
                <a:lnTo>
                  <a:pt x="13125996" y="3077934"/>
                </a:lnTo>
                <a:lnTo>
                  <a:pt x="13125996" y="52654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8835002"/>
            <a:ext cx="3228975" cy="1452245"/>
          </a:xfrm>
          <a:custGeom>
            <a:avLst/>
            <a:gdLst/>
            <a:ahLst/>
            <a:cxnLst/>
            <a:rect l="l" t="t" r="r" b="b"/>
            <a:pathLst>
              <a:path w="3228975" h="1452245">
                <a:moveTo>
                  <a:pt x="2800926" y="828401"/>
                </a:moveTo>
                <a:lnTo>
                  <a:pt x="2840256" y="871754"/>
                </a:lnTo>
                <a:lnTo>
                  <a:pt x="2874011" y="910623"/>
                </a:lnTo>
                <a:lnTo>
                  <a:pt x="2906913" y="950037"/>
                </a:lnTo>
                <a:lnTo>
                  <a:pt x="2938960" y="989989"/>
                </a:lnTo>
                <a:lnTo>
                  <a:pt x="2970148" y="1030475"/>
                </a:lnTo>
                <a:lnTo>
                  <a:pt x="3000475" y="1071489"/>
                </a:lnTo>
                <a:lnTo>
                  <a:pt x="3029936" y="1113025"/>
                </a:lnTo>
                <a:lnTo>
                  <a:pt x="3058529" y="1155079"/>
                </a:lnTo>
                <a:lnTo>
                  <a:pt x="3086250" y="1197644"/>
                </a:lnTo>
                <a:lnTo>
                  <a:pt x="3113096" y="1240715"/>
                </a:lnTo>
                <a:lnTo>
                  <a:pt x="3139065" y="1284287"/>
                </a:lnTo>
                <a:lnTo>
                  <a:pt x="3164153" y="1328354"/>
                </a:lnTo>
                <a:lnTo>
                  <a:pt x="3188356" y="1372910"/>
                </a:lnTo>
                <a:lnTo>
                  <a:pt x="3211672" y="1417952"/>
                </a:lnTo>
                <a:lnTo>
                  <a:pt x="3228444" y="1451996"/>
                </a:lnTo>
                <a:lnTo>
                  <a:pt x="1885735" y="1451996"/>
                </a:lnTo>
                <a:lnTo>
                  <a:pt x="1853614" y="1424685"/>
                </a:lnTo>
                <a:lnTo>
                  <a:pt x="1817135" y="1395569"/>
                </a:lnTo>
                <a:lnTo>
                  <a:pt x="1779969" y="1367747"/>
                </a:lnTo>
                <a:lnTo>
                  <a:pt x="1742147" y="1341220"/>
                </a:lnTo>
                <a:lnTo>
                  <a:pt x="1703701" y="1315990"/>
                </a:lnTo>
                <a:lnTo>
                  <a:pt x="1664662" y="1292059"/>
                </a:lnTo>
                <a:lnTo>
                  <a:pt x="1625060" y="1269428"/>
                </a:lnTo>
                <a:lnTo>
                  <a:pt x="1584926" y="1248099"/>
                </a:lnTo>
                <a:lnTo>
                  <a:pt x="1544291" y="1228073"/>
                </a:lnTo>
                <a:lnTo>
                  <a:pt x="1503186" y="1209352"/>
                </a:lnTo>
                <a:lnTo>
                  <a:pt x="1461643" y="1191938"/>
                </a:lnTo>
                <a:lnTo>
                  <a:pt x="1419691" y="1175832"/>
                </a:lnTo>
                <a:lnTo>
                  <a:pt x="1377362" y="1161035"/>
                </a:lnTo>
                <a:lnTo>
                  <a:pt x="1334687" y="1147550"/>
                </a:lnTo>
                <a:lnTo>
                  <a:pt x="1291697" y="1135378"/>
                </a:lnTo>
                <a:lnTo>
                  <a:pt x="1248423" y="1124520"/>
                </a:lnTo>
                <a:lnTo>
                  <a:pt x="1204895" y="1114978"/>
                </a:lnTo>
                <a:lnTo>
                  <a:pt x="1161144" y="1106754"/>
                </a:lnTo>
                <a:lnTo>
                  <a:pt x="1117202" y="1099849"/>
                </a:lnTo>
                <a:lnTo>
                  <a:pt x="1073100" y="1094266"/>
                </a:lnTo>
                <a:lnTo>
                  <a:pt x="1028867" y="1090004"/>
                </a:lnTo>
                <a:lnTo>
                  <a:pt x="984536" y="1087067"/>
                </a:lnTo>
                <a:lnTo>
                  <a:pt x="940138" y="1085456"/>
                </a:lnTo>
                <a:lnTo>
                  <a:pt x="895702" y="1085171"/>
                </a:lnTo>
                <a:lnTo>
                  <a:pt x="851260" y="1086216"/>
                </a:lnTo>
                <a:lnTo>
                  <a:pt x="806843" y="1088591"/>
                </a:lnTo>
                <a:lnTo>
                  <a:pt x="762482" y="1092298"/>
                </a:lnTo>
                <a:lnTo>
                  <a:pt x="718208" y="1097339"/>
                </a:lnTo>
                <a:lnTo>
                  <a:pt x="674051" y="1103714"/>
                </a:lnTo>
                <a:lnTo>
                  <a:pt x="630044" y="1111427"/>
                </a:lnTo>
                <a:lnTo>
                  <a:pt x="586215" y="1120478"/>
                </a:lnTo>
                <a:lnTo>
                  <a:pt x="542598" y="1130870"/>
                </a:lnTo>
                <a:lnTo>
                  <a:pt x="499221" y="1142602"/>
                </a:lnTo>
                <a:lnTo>
                  <a:pt x="456117" y="1155678"/>
                </a:lnTo>
                <a:lnTo>
                  <a:pt x="413316" y="1170099"/>
                </a:lnTo>
                <a:lnTo>
                  <a:pt x="370850" y="1185867"/>
                </a:lnTo>
                <a:lnTo>
                  <a:pt x="328749" y="1202982"/>
                </a:lnTo>
                <a:lnTo>
                  <a:pt x="287043" y="1221447"/>
                </a:lnTo>
                <a:lnTo>
                  <a:pt x="245765" y="1241263"/>
                </a:lnTo>
                <a:lnTo>
                  <a:pt x="204944" y="1262431"/>
                </a:lnTo>
                <a:lnTo>
                  <a:pt x="164613" y="1284954"/>
                </a:lnTo>
                <a:lnTo>
                  <a:pt x="124801" y="1308834"/>
                </a:lnTo>
                <a:lnTo>
                  <a:pt x="85540" y="1334070"/>
                </a:lnTo>
                <a:lnTo>
                  <a:pt x="46860" y="1360666"/>
                </a:lnTo>
                <a:lnTo>
                  <a:pt x="8793" y="1388623"/>
                </a:lnTo>
                <a:lnTo>
                  <a:pt x="0" y="1395512"/>
                </a:lnTo>
                <a:lnTo>
                  <a:pt x="0" y="164456"/>
                </a:lnTo>
                <a:lnTo>
                  <a:pt x="64642" y="141022"/>
                </a:lnTo>
                <a:lnTo>
                  <a:pt x="108739" y="126228"/>
                </a:lnTo>
                <a:lnTo>
                  <a:pt x="153037" y="112256"/>
                </a:lnTo>
                <a:lnTo>
                  <a:pt x="197524" y="99106"/>
                </a:lnTo>
                <a:lnTo>
                  <a:pt x="242187" y="86778"/>
                </a:lnTo>
                <a:lnTo>
                  <a:pt x="287016" y="75270"/>
                </a:lnTo>
                <a:lnTo>
                  <a:pt x="331998" y="64583"/>
                </a:lnTo>
                <a:lnTo>
                  <a:pt x="377122" y="54715"/>
                </a:lnTo>
                <a:lnTo>
                  <a:pt x="422375" y="45666"/>
                </a:lnTo>
                <a:lnTo>
                  <a:pt x="467747" y="37435"/>
                </a:lnTo>
                <a:lnTo>
                  <a:pt x="513224" y="30022"/>
                </a:lnTo>
                <a:lnTo>
                  <a:pt x="558796" y="23426"/>
                </a:lnTo>
                <a:lnTo>
                  <a:pt x="604451" y="17646"/>
                </a:lnTo>
                <a:lnTo>
                  <a:pt x="650176" y="12683"/>
                </a:lnTo>
                <a:lnTo>
                  <a:pt x="695960" y="8534"/>
                </a:lnTo>
                <a:lnTo>
                  <a:pt x="741792" y="5201"/>
                </a:lnTo>
                <a:lnTo>
                  <a:pt x="787658" y="2681"/>
                </a:lnTo>
                <a:lnTo>
                  <a:pt x="833548" y="975"/>
                </a:lnTo>
                <a:lnTo>
                  <a:pt x="879450" y="81"/>
                </a:lnTo>
                <a:lnTo>
                  <a:pt x="925352" y="0"/>
                </a:lnTo>
                <a:lnTo>
                  <a:pt x="971242" y="730"/>
                </a:lnTo>
                <a:lnTo>
                  <a:pt x="1017108" y="2271"/>
                </a:lnTo>
                <a:lnTo>
                  <a:pt x="1062939" y="4622"/>
                </a:lnTo>
                <a:lnTo>
                  <a:pt x="1108722" y="7783"/>
                </a:lnTo>
                <a:lnTo>
                  <a:pt x="1154446" y="11753"/>
                </a:lnTo>
                <a:lnTo>
                  <a:pt x="1200100" y="16532"/>
                </a:lnTo>
                <a:lnTo>
                  <a:pt x="1245670" y="22119"/>
                </a:lnTo>
                <a:lnTo>
                  <a:pt x="1291146" y="28512"/>
                </a:lnTo>
                <a:lnTo>
                  <a:pt x="1336516" y="35713"/>
                </a:lnTo>
                <a:lnTo>
                  <a:pt x="1381767" y="43719"/>
                </a:lnTo>
                <a:lnTo>
                  <a:pt x="1426889" y="52531"/>
                </a:lnTo>
                <a:lnTo>
                  <a:pt x="1471868" y="62148"/>
                </a:lnTo>
                <a:lnTo>
                  <a:pt x="1516694" y="72569"/>
                </a:lnTo>
                <a:lnTo>
                  <a:pt x="1561355" y="83793"/>
                </a:lnTo>
                <a:lnTo>
                  <a:pt x="1605839" y="95820"/>
                </a:lnTo>
                <a:lnTo>
                  <a:pt x="1650133" y="108650"/>
                </a:lnTo>
                <a:lnTo>
                  <a:pt x="1694227" y="122281"/>
                </a:lnTo>
                <a:lnTo>
                  <a:pt x="1738108" y="136714"/>
                </a:lnTo>
                <a:lnTo>
                  <a:pt x="1781765" y="151947"/>
                </a:lnTo>
                <a:lnTo>
                  <a:pt x="1825186" y="167980"/>
                </a:lnTo>
                <a:lnTo>
                  <a:pt x="1868358" y="184812"/>
                </a:lnTo>
                <a:lnTo>
                  <a:pt x="1911271" y="202443"/>
                </a:lnTo>
                <a:lnTo>
                  <a:pt x="1953912" y="220872"/>
                </a:lnTo>
                <a:lnTo>
                  <a:pt x="1996269" y="240098"/>
                </a:lnTo>
                <a:lnTo>
                  <a:pt x="2038332" y="260121"/>
                </a:lnTo>
                <a:lnTo>
                  <a:pt x="2080087" y="280941"/>
                </a:lnTo>
                <a:lnTo>
                  <a:pt x="2121523" y="302555"/>
                </a:lnTo>
                <a:lnTo>
                  <a:pt x="2162629" y="324965"/>
                </a:lnTo>
                <a:lnTo>
                  <a:pt x="2203392" y="348170"/>
                </a:lnTo>
                <a:lnTo>
                  <a:pt x="2243801" y="372167"/>
                </a:lnTo>
                <a:lnTo>
                  <a:pt x="2283844" y="396959"/>
                </a:lnTo>
                <a:lnTo>
                  <a:pt x="2323509" y="422542"/>
                </a:lnTo>
                <a:lnTo>
                  <a:pt x="2362785" y="448918"/>
                </a:lnTo>
                <a:lnTo>
                  <a:pt x="2401658" y="476084"/>
                </a:lnTo>
                <a:lnTo>
                  <a:pt x="2440119" y="504042"/>
                </a:lnTo>
                <a:lnTo>
                  <a:pt x="2478154" y="532789"/>
                </a:lnTo>
                <a:lnTo>
                  <a:pt x="2515753" y="562326"/>
                </a:lnTo>
                <a:lnTo>
                  <a:pt x="2552902" y="592652"/>
                </a:lnTo>
                <a:lnTo>
                  <a:pt x="2589591" y="623766"/>
                </a:lnTo>
                <a:lnTo>
                  <a:pt x="2625808" y="655668"/>
                </a:lnTo>
                <a:lnTo>
                  <a:pt x="2661541" y="688356"/>
                </a:lnTo>
                <a:lnTo>
                  <a:pt x="2696777" y="721831"/>
                </a:lnTo>
                <a:lnTo>
                  <a:pt x="2733910" y="758468"/>
                </a:lnTo>
                <a:lnTo>
                  <a:pt x="2770202" y="795671"/>
                </a:lnTo>
                <a:lnTo>
                  <a:pt x="2800926" y="828401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564810" y="0"/>
            <a:ext cx="1723389" cy="2369820"/>
          </a:xfrm>
          <a:custGeom>
            <a:avLst/>
            <a:gdLst/>
            <a:ahLst/>
            <a:cxnLst/>
            <a:rect l="l" t="t" r="r" b="b"/>
            <a:pathLst>
              <a:path w="1723390" h="2369820">
                <a:moveTo>
                  <a:pt x="1472631" y="2279565"/>
                </a:moveTo>
                <a:lnTo>
                  <a:pt x="1045619" y="347672"/>
                </a:lnTo>
                <a:lnTo>
                  <a:pt x="1056263" y="394126"/>
                </a:lnTo>
                <a:lnTo>
                  <a:pt x="1068336" y="439845"/>
                </a:lnTo>
                <a:lnTo>
                  <a:pt x="1081809" y="484812"/>
                </a:lnTo>
                <a:lnTo>
                  <a:pt x="1096654" y="529008"/>
                </a:lnTo>
                <a:lnTo>
                  <a:pt x="1112842" y="572415"/>
                </a:lnTo>
                <a:lnTo>
                  <a:pt x="1130343" y="615013"/>
                </a:lnTo>
                <a:lnTo>
                  <a:pt x="1149129" y="656785"/>
                </a:lnTo>
                <a:lnTo>
                  <a:pt x="1169317" y="697988"/>
                </a:lnTo>
                <a:lnTo>
                  <a:pt x="1190439" y="737775"/>
                </a:lnTo>
                <a:lnTo>
                  <a:pt x="1212906" y="776956"/>
                </a:lnTo>
                <a:lnTo>
                  <a:pt x="1236542" y="815236"/>
                </a:lnTo>
                <a:lnTo>
                  <a:pt x="1261318" y="852597"/>
                </a:lnTo>
                <a:lnTo>
                  <a:pt x="1287206" y="889019"/>
                </a:lnTo>
                <a:lnTo>
                  <a:pt x="1314176" y="924486"/>
                </a:lnTo>
                <a:lnTo>
                  <a:pt x="1342200" y="958977"/>
                </a:lnTo>
                <a:lnTo>
                  <a:pt x="1371249" y="992475"/>
                </a:lnTo>
                <a:lnTo>
                  <a:pt x="1401293" y="1024961"/>
                </a:lnTo>
                <a:lnTo>
                  <a:pt x="1432305" y="1056416"/>
                </a:lnTo>
                <a:lnTo>
                  <a:pt x="1464255" y="1086822"/>
                </a:lnTo>
                <a:lnTo>
                  <a:pt x="1497114" y="1116160"/>
                </a:lnTo>
                <a:lnTo>
                  <a:pt x="1530853" y="1144412"/>
                </a:lnTo>
                <a:lnTo>
                  <a:pt x="1565444" y="1171560"/>
                </a:lnTo>
                <a:lnTo>
                  <a:pt x="1600857" y="1197584"/>
                </a:lnTo>
                <a:lnTo>
                  <a:pt x="1637064" y="1222466"/>
                </a:lnTo>
                <a:lnTo>
                  <a:pt x="1674036" y="1246187"/>
                </a:lnTo>
                <a:lnTo>
                  <a:pt x="1711744" y="1268730"/>
                </a:lnTo>
                <a:lnTo>
                  <a:pt x="1723190" y="1275090"/>
                </a:lnTo>
                <a:lnTo>
                  <a:pt x="1723190" y="2369510"/>
                </a:lnTo>
                <a:lnTo>
                  <a:pt x="1644097" y="2344526"/>
                </a:lnTo>
                <a:lnTo>
                  <a:pt x="1600650" y="2329469"/>
                </a:lnTo>
                <a:lnTo>
                  <a:pt x="1557533" y="2313597"/>
                </a:lnTo>
                <a:lnTo>
                  <a:pt x="1514758" y="2296920"/>
                </a:lnTo>
                <a:lnTo>
                  <a:pt x="1472631" y="2279565"/>
                </a:lnTo>
                <a:close/>
              </a:path>
              <a:path w="1723390" h="2369820">
                <a:moveTo>
                  <a:pt x="60064" y="590092"/>
                </a:moveTo>
                <a:lnTo>
                  <a:pt x="49467" y="540934"/>
                </a:lnTo>
                <a:lnTo>
                  <a:pt x="39898" y="491719"/>
                </a:lnTo>
                <a:lnTo>
                  <a:pt x="31355" y="442455"/>
                </a:lnTo>
                <a:lnTo>
                  <a:pt x="23840" y="393149"/>
                </a:lnTo>
                <a:lnTo>
                  <a:pt x="17352" y="343808"/>
                </a:lnTo>
                <a:lnTo>
                  <a:pt x="11891" y="294437"/>
                </a:lnTo>
                <a:lnTo>
                  <a:pt x="7458" y="245044"/>
                </a:lnTo>
                <a:lnTo>
                  <a:pt x="4052" y="195635"/>
                </a:lnTo>
                <a:lnTo>
                  <a:pt x="1673" y="146218"/>
                </a:lnTo>
                <a:lnTo>
                  <a:pt x="323" y="96798"/>
                </a:lnTo>
                <a:lnTo>
                  <a:pt x="0" y="47383"/>
                </a:lnTo>
                <a:lnTo>
                  <a:pt x="675" y="0"/>
                </a:lnTo>
                <a:lnTo>
                  <a:pt x="1015989" y="0"/>
                </a:lnTo>
                <a:lnTo>
                  <a:pt x="1015795" y="3424"/>
                </a:lnTo>
                <a:lnTo>
                  <a:pt x="1014775" y="52907"/>
                </a:lnTo>
                <a:lnTo>
                  <a:pt x="1015540" y="102430"/>
                </a:lnTo>
                <a:lnTo>
                  <a:pt x="1018088" y="151971"/>
                </a:lnTo>
                <a:lnTo>
                  <a:pt x="1022419" y="201510"/>
                </a:lnTo>
                <a:lnTo>
                  <a:pt x="1028534" y="251028"/>
                </a:lnTo>
                <a:lnTo>
                  <a:pt x="1036433" y="300504"/>
                </a:lnTo>
                <a:lnTo>
                  <a:pt x="1045619" y="347672"/>
                </a:lnTo>
                <a:lnTo>
                  <a:pt x="1472631" y="2279565"/>
                </a:lnTo>
                <a:lnTo>
                  <a:pt x="1430278" y="2261174"/>
                </a:lnTo>
                <a:lnTo>
                  <a:pt x="1388596" y="2242121"/>
                </a:lnTo>
                <a:lnTo>
                  <a:pt x="1347301" y="2222290"/>
                </a:lnTo>
                <a:lnTo>
                  <a:pt x="1306404" y="2201689"/>
                </a:lnTo>
                <a:lnTo>
                  <a:pt x="1265916" y="2180325"/>
                </a:lnTo>
                <a:lnTo>
                  <a:pt x="1225850" y="2158205"/>
                </a:lnTo>
                <a:lnTo>
                  <a:pt x="1186216" y="2135337"/>
                </a:lnTo>
                <a:lnTo>
                  <a:pt x="1147025" y="2111728"/>
                </a:lnTo>
                <a:lnTo>
                  <a:pt x="1108289" y="2087385"/>
                </a:lnTo>
                <a:lnTo>
                  <a:pt x="1070019" y="2062315"/>
                </a:lnTo>
                <a:lnTo>
                  <a:pt x="1032226" y="2036526"/>
                </a:lnTo>
                <a:lnTo>
                  <a:pt x="994922" y="2010025"/>
                </a:lnTo>
                <a:lnTo>
                  <a:pt x="958118" y="1982820"/>
                </a:lnTo>
                <a:lnTo>
                  <a:pt x="921825" y="1954916"/>
                </a:lnTo>
                <a:lnTo>
                  <a:pt x="886055" y="1926323"/>
                </a:lnTo>
                <a:lnTo>
                  <a:pt x="850818" y="1897046"/>
                </a:lnTo>
                <a:lnTo>
                  <a:pt x="816127" y="1867094"/>
                </a:lnTo>
                <a:lnTo>
                  <a:pt x="781992" y="1836473"/>
                </a:lnTo>
                <a:lnTo>
                  <a:pt x="748425" y="1805191"/>
                </a:lnTo>
                <a:lnTo>
                  <a:pt x="715437" y="1773255"/>
                </a:lnTo>
                <a:lnTo>
                  <a:pt x="683040" y="1740672"/>
                </a:lnTo>
                <a:lnTo>
                  <a:pt x="651244" y="1707450"/>
                </a:lnTo>
                <a:lnTo>
                  <a:pt x="620061" y="1673595"/>
                </a:lnTo>
                <a:lnTo>
                  <a:pt x="589502" y="1639116"/>
                </a:lnTo>
                <a:lnTo>
                  <a:pt x="559579" y="1604019"/>
                </a:lnTo>
                <a:lnTo>
                  <a:pt x="530302" y="1568312"/>
                </a:lnTo>
                <a:lnTo>
                  <a:pt x="501684" y="1532001"/>
                </a:lnTo>
                <a:lnTo>
                  <a:pt x="473735" y="1495095"/>
                </a:lnTo>
                <a:lnTo>
                  <a:pt x="446467" y="1457600"/>
                </a:lnTo>
                <a:lnTo>
                  <a:pt x="419891" y="1419524"/>
                </a:lnTo>
                <a:lnTo>
                  <a:pt x="394019" y="1380873"/>
                </a:lnTo>
                <a:lnTo>
                  <a:pt x="368861" y="1341656"/>
                </a:lnTo>
                <a:lnTo>
                  <a:pt x="344429" y="1301879"/>
                </a:lnTo>
                <a:lnTo>
                  <a:pt x="320734" y="1261550"/>
                </a:lnTo>
                <a:lnTo>
                  <a:pt x="297788" y="1220676"/>
                </a:lnTo>
                <a:lnTo>
                  <a:pt x="275601" y="1179264"/>
                </a:lnTo>
                <a:lnTo>
                  <a:pt x="254186" y="1137322"/>
                </a:lnTo>
                <a:lnTo>
                  <a:pt x="233553" y="1094856"/>
                </a:lnTo>
                <a:lnTo>
                  <a:pt x="213714" y="1051875"/>
                </a:lnTo>
                <a:lnTo>
                  <a:pt x="194680" y="1008384"/>
                </a:lnTo>
                <a:lnTo>
                  <a:pt x="176463" y="964393"/>
                </a:lnTo>
                <a:lnTo>
                  <a:pt x="159073" y="919907"/>
                </a:lnTo>
                <a:lnTo>
                  <a:pt x="142522" y="874934"/>
                </a:lnTo>
                <a:lnTo>
                  <a:pt x="126821" y="829481"/>
                </a:lnTo>
                <a:lnTo>
                  <a:pt x="111982" y="783556"/>
                </a:lnTo>
                <a:lnTo>
                  <a:pt x="98016" y="737166"/>
                </a:lnTo>
                <a:lnTo>
                  <a:pt x="84338" y="688215"/>
                </a:lnTo>
                <a:lnTo>
                  <a:pt x="71688" y="639188"/>
                </a:lnTo>
                <a:lnTo>
                  <a:pt x="60064" y="59009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6942" y="1946504"/>
            <a:ext cx="114300" cy="11429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248773" y="1775117"/>
            <a:ext cx="1131379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Algorithm</a:t>
            </a:r>
            <a:r>
              <a:rPr dirty="0" sz="26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7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daily</a:t>
            </a:r>
            <a:r>
              <a:rPr dirty="0" sz="2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supermarket</a:t>
            </a:r>
            <a:r>
              <a:rPr dirty="0" sz="2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sessions</a:t>
            </a:r>
            <a:r>
              <a:rPr dirty="0" sz="2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7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dirty="0" sz="2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dirty="0" sz="2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5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26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6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dedicated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6942" y="3051403"/>
            <a:ext cx="114300" cy="1142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6942" y="4156303"/>
            <a:ext cx="114300" cy="1142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248773" y="2171281"/>
            <a:ext cx="11168380" cy="2235200"/>
          </a:xfrm>
          <a:prstGeom prst="rect">
            <a:avLst/>
          </a:prstGeom>
        </p:spPr>
        <p:txBody>
          <a:bodyPr wrap="square" lIns="0" tIns="168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app</a:t>
            </a:r>
            <a:r>
              <a:rPr dirty="0" sz="260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('Sessionization').</a:t>
            </a:r>
            <a:endParaRPr sz="2600">
              <a:latin typeface="Arial MT"/>
              <a:cs typeface="Arial MT"/>
            </a:endParaRPr>
          </a:p>
          <a:p>
            <a:pPr marL="12700" marR="5080">
              <a:lnSpc>
                <a:spcPct val="139400"/>
              </a:lnSpc>
            </a:pP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Algorithm</a:t>
            </a:r>
            <a:r>
              <a:rPr dirty="0" sz="2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isolates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separate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visits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calculates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net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dwell</a:t>
            </a:r>
            <a:r>
              <a:rPr dirty="0" sz="2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dirty="0" sz="2600" spc="30">
                <a:solidFill>
                  <a:srgbClr val="FFFFFF"/>
                </a:solidFill>
                <a:latin typeface="Arial MT"/>
                <a:cs typeface="Arial MT"/>
              </a:rPr>
              <a:t> with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maximum</a:t>
            </a:r>
            <a:r>
              <a:rPr dirty="0" sz="260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accuracy.</a:t>
            </a:r>
            <a:endParaRPr sz="2600">
              <a:latin typeface="Arial MT"/>
              <a:cs typeface="Arial MT"/>
            </a:endParaRPr>
          </a:p>
          <a:p>
            <a:pPr marL="94615">
              <a:lnSpc>
                <a:spcPct val="100000"/>
              </a:lnSpc>
              <a:spcBef>
                <a:spcPts val="1230"/>
              </a:spcBef>
            </a:pP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Weighted</a:t>
            </a:r>
            <a:r>
              <a:rPr dirty="0" sz="26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score</a:t>
            </a:r>
            <a:r>
              <a:rPr dirty="0" sz="26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dirty="0" sz="26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50">
                <a:solidFill>
                  <a:srgbClr val="FFFFFF"/>
                </a:solidFill>
                <a:latin typeface="Arial MT"/>
                <a:cs typeface="Arial MT"/>
              </a:rPr>
              <a:t>43%</a:t>
            </a:r>
            <a:r>
              <a:rPr dirty="0" sz="26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55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600" spc="-1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3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6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app</a:t>
            </a:r>
            <a:r>
              <a:rPr dirty="0" sz="26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meets</a:t>
            </a:r>
            <a:r>
              <a:rPr dirty="0" sz="26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6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>
                <a:solidFill>
                  <a:srgbClr val="FFFFFF"/>
                </a:solidFill>
                <a:latin typeface="Arial MT"/>
                <a:cs typeface="Arial MT"/>
              </a:rPr>
              <a:t>threshold</a:t>
            </a:r>
            <a:r>
              <a:rPr dirty="0" sz="26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 MT"/>
                <a:cs typeface="Arial MT"/>
              </a:rPr>
              <a:t>requirements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154" y="6263334"/>
            <a:ext cx="105494" cy="10549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154" y="7283118"/>
            <a:ext cx="105494" cy="10549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154" y="8302902"/>
            <a:ext cx="105494" cy="10549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2357" rIns="0" bIns="0" rtlCol="0" vert="horz">
            <a:spAutoFit/>
          </a:bodyPr>
          <a:lstStyle/>
          <a:p>
            <a:pPr marL="1863725">
              <a:lnSpc>
                <a:spcPct val="100000"/>
              </a:lnSpc>
              <a:spcBef>
                <a:spcPts val="100"/>
              </a:spcBef>
            </a:pPr>
            <a:r>
              <a:rPr dirty="0" sz="4700" spc="-85"/>
              <a:t>Application</a:t>
            </a:r>
            <a:r>
              <a:rPr dirty="0" sz="4700" spc="-220"/>
              <a:t> </a:t>
            </a:r>
            <a:r>
              <a:rPr dirty="0" sz="4700" spc="-75"/>
              <a:t>Performance</a:t>
            </a:r>
            <a:r>
              <a:rPr dirty="0" sz="4700" spc="-300"/>
              <a:t> </a:t>
            </a:r>
            <a:r>
              <a:rPr dirty="0" sz="4700" spc="-10"/>
              <a:t>Testing</a:t>
            </a:r>
            <a:endParaRPr sz="4700"/>
          </a:p>
        </p:txBody>
      </p:sp>
      <p:sp>
        <p:nvSpPr>
          <p:cNvPr id="15" name="object 15" descr=""/>
          <p:cNvSpPr txBox="1"/>
          <p:nvPr/>
        </p:nvSpPr>
        <p:spPr>
          <a:xfrm>
            <a:off x="505296" y="5144723"/>
            <a:ext cx="11274425" cy="3900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35330">
              <a:lnSpc>
                <a:spcPct val="100000"/>
              </a:lnSpc>
              <a:spcBef>
                <a:spcPts val="100"/>
              </a:spcBef>
            </a:pPr>
            <a:r>
              <a:rPr dirty="0" sz="4700" spc="-45" b="1">
                <a:latin typeface="Trebuchet MS"/>
                <a:cs typeface="Trebuchet MS"/>
              </a:rPr>
              <a:t>Unusual</a:t>
            </a:r>
            <a:r>
              <a:rPr dirty="0" sz="4700" spc="-315" b="1">
                <a:latin typeface="Trebuchet MS"/>
                <a:cs typeface="Trebuchet MS"/>
              </a:rPr>
              <a:t> </a:t>
            </a:r>
            <a:r>
              <a:rPr dirty="0" sz="4700" spc="-10" b="1">
                <a:latin typeface="Trebuchet MS"/>
                <a:cs typeface="Trebuchet MS"/>
              </a:rPr>
              <a:t>Transactions</a:t>
            </a:r>
            <a:endParaRPr sz="4700">
              <a:latin typeface="Trebuchet MS"/>
              <a:cs typeface="Trebuchet MS"/>
            </a:endParaRPr>
          </a:p>
          <a:p>
            <a:pPr marL="12700" marR="1202690">
              <a:lnSpc>
                <a:spcPct val="139400"/>
              </a:lnSpc>
              <a:spcBef>
                <a:spcPts val="780"/>
              </a:spcBef>
            </a:pP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dirty="0" sz="24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dirty="0" sz="2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75">
                <a:solidFill>
                  <a:srgbClr val="FFFFFF"/>
                </a:solidFill>
                <a:latin typeface="Arial MT"/>
                <a:cs typeface="Arial MT"/>
              </a:rPr>
              <a:t>IQR</a:t>
            </a:r>
            <a:r>
              <a:rPr dirty="0" sz="24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statistical</a:t>
            </a:r>
            <a:r>
              <a:rPr dirty="0" sz="2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test,</a:t>
            </a:r>
            <a:r>
              <a:rPr dirty="0" sz="2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334</a:t>
            </a:r>
            <a:r>
              <a:rPr dirty="0" sz="24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transactions</a:t>
            </a:r>
            <a:r>
              <a:rPr dirty="0" sz="2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were</a:t>
            </a:r>
            <a:r>
              <a:rPr dirty="0" sz="2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identified</a:t>
            </a:r>
            <a:r>
              <a:rPr dirty="0" sz="24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24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deviated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drastically</a:t>
            </a:r>
            <a:r>
              <a:rPr dirty="0" sz="2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dirty="0" sz="2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norm</a:t>
            </a:r>
            <a:r>
              <a:rPr dirty="0" sz="2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(over</a:t>
            </a:r>
            <a:r>
              <a:rPr dirty="0" sz="2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 MT"/>
                <a:cs typeface="Arial MT"/>
              </a:rPr>
              <a:t>1,139</a:t>
            </a:r>
            <a:r>
              <a:rPr dirty="0" sz="2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NIS).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39400"/>
              </a:lnSpc>
            </a:pP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segmentation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showed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Arial MT"/>
                <a:cs typeface="Arial MT"/>
              </a:rPr>
              <a:t>100%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transactions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belonged</a:t>
            </a:r>
            <a:r>
              <a:rPr dirty="0" sz="2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24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repeat customers.</a:t>
            </a:r>
            <a:endParaRPr sz="2400">
              <a:latin typeface="Arial MT"/>
              <a:cs typeface="Arial MT"/>
            </a:endParaRPr>
          </a:p>
          <a:p>
            <a:pPr marL="12700" marR="601345">
              <a:lnSpc>
                <a:spcPct val="139400"/>
              </a:lnSpc>
            </a:pP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Main</a:t>
            </a: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Insight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5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Proposal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further</a:t>
            </a: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segmentation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 MT"/>
                <a:cs typeface="Arial MT"/>
              </a:rPr>
              <a:t>average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basket</a:t>
            </a:r>
            <a:r>
              <a:rPr dirty="0" sz="2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size</a:t>
            </a: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(Small, </a:t>
            </a:r>
            <a:r>
              <a:rPr dirty="0" sz="2400">
                <a:solidFill>
                  <a:srgbClr val="FFFFFF"/>
                </a:solidFill>
                <a:latin typeface="Arial MT"/>
                <a:cs typeface="Arial MT"/>
              </a:rPr>
              <a:t>Medium,</a:t>
            </a:r>
            <a:r>
              <a:rPr dirty="0" sz="240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 MT"/>
                <a:cs typeface="Arial MT"/>
              </a:rPr>
              <a:t>Large)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64706" y="5083404"/>
            <a:ext cx="4295774" cy="520064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86406" y="1558860"/>
            <a:ext cx="2794364" cy="2794402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271401" y="3241555"/>
            <a:ext cx="1218565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4190" marR="5080" indent="-492125">
              <a:lnSpc>
                <a:spcPct val="108700"/>
              </a:lnSpc>
              <a:spcBef>
                <a:spcPts val="95"/>
              </a:spcBef>
            </a:pPr>
            <a:r>
              <a:rPr dirty="0" sz="850">
                <a:latin typeface="Arial MT"/>
                <a:cs typeface="Arial MT"/>
              </a:rPr>
              <a:t>Minutes</a:t>
            </a:r>
            <a:r>
              <a:rPr dirty="0" sz="850" spc="9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Without</a:t>
            </a:r>
            <a:r>
              <a:rPr dirty="0" sz="850" spc="9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Signals </a:t>
            </a:r>
            <a:r>
              <a:rPr dirty="0" sz="850" spc="-25">
                <a:latin typeface="Arial MT"/>
                <a:cs typeface="Arial MT"/>
              </a:rPr>
              <a:t>57%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286398" y="2392499"/>
            <a:ext cx="786130" cy="307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1465" marR="5080" indent="-279400">
              <a:lnSpc>
                <a:spcPct val="108700"/>
              </a:lnSpc>
              <a:spcBef>
                <a:spcPts val="95"/>
              </a:spcBef>
            </a:pPr>
            <a:r>
              <a:rPr dirty="0" sz="850">
                <a:latin typeface="Arial MT"/>
                <a:cs typeface="Arial MT"/>
              </a:rPr>
              <a:t>Healthy </a:t>
            </a:r>
            <a:r>
              <a:rPr dirty="0" sz="850" spc="-10">
                <a:latin typeface="Arial MT"/>
                <a:cs typeface="Arial MT"/>
              </a:rPr>
              <a:t>Signals </a:t>
            </a:r>
            <a:r>
              <a:rPr dirty="0" sz="850" spc="-25">
                <a:latin typeface="Arial MT"/>
                <a:cs typeface="Arial MT"/>
              </a:rPr>
              <a:t>43%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64751" y="2215205"/>
            <a:ext cx="18123535" cy="7042784"/>
            <a:chOff x="164751" y="2215205"/>
            <a:chExt cx="18123535" cy="7042784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751" y="2215205"/>
              <a:ext cx="8743949" cy="600074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909304" y="6126822"/>
              <a:ext cx="9378950" cy="3131185"/>
            </a:xfrm>
            <a:custGeom>
              <a:avLst/>
              <a:gdLst/>
              <a:ahLst/>
              <a:cxnLst/>
              <a:rect l="l" t="t" r="r" b="b"/>
              <a:pathLst>
                <a:path w="9378950" h="3131184">
                  <a:moveTo>
                    <a:pt x="9378696" y="0"/>
                  </a:moveTo>
                  <a:lnTo>
                    <a:pt x="9378696" y="0"/>
                  </a:lnTo>
                  <a:lnTo>
                    <a:pt x="1565300" y="0"/>
                  </a:lnTo>
                  <a:lnTo>
                    <a:pt x="1517434" y="723"/>
                  </a:lnTo>
                  <a:lnTo>
                    <a:pt x="1469936" y="2857"/>
                  </a:lnTo>
                  <a:lnTo>
                    <a:pt x="1422819" y="6400"/>
                  </a:lnTo>
                  <a:lnTo>
                    <a:pt x="1376095" y="11315"/>
                  </a:lnTo>
                  <a:lnTo>
                    <a:pt x="1329791" y="17602"/>
                  </a:lnTo>
                  <a:lnTo>
                    <a:pt x="1283931" y="25222"/>
                  </a:lnTo>
                  <a:lnTo>
                    <a:pt x="1238529" y="34163"/>
                  </a:lnTo>
                  <a:lnTo>
                    <a:pt x="1193596" y="44399"/>
                  </a:lnTo>
                  <a:lnTo>
                    <a:pt x="1149172" y="55918"/>
                  </a:lnTo>
                  <a:lnTo>
                    <a:pt x="1105268" y="68694"/>
                  </a:lnTo>
                  <a:lnTo>
                    <a:pt x="1061910" y="82702"/>
                  </a:lnTo>
                  <a:lnTo>
                    <a:pt x="1019111" y="97929"/>
                  </a:lnTo>
                  <a:lnTo>
                    <a:pt x="976896" y="114350"/>
                  </a:lnTo>
                  <a:lnTo>
                    <a:pt x="935278" y="131953"/>
                  </a:lnTo>
                  <a:lnTo>
                    <a:pt x="894295" y="150710"/>
                  </a:lnTo>
                  <a:lnTo>
                    <a:pt x="853948" y="170599"/>
                  </a:lnTo>
                  <a:lnTo>
                    <a:pt x="814260" y="191604"/>
                  </a:lnTo>
                  <a:lnTo>
                    <a:pt x="775258" y="213702"/>
                  </a:lnTo>
                  <a:lnTo>
                    <a:pt x="736968" y="236880"/>
                  </a:lnTo>
                  <a:lnTo>
                    <a:pt x="699401" y="261112"/>
                  </a:lnTo>
                  <a:lnTo>
                    <a:pt x="662584" y="286372"/>
                  </a:lnTo>
                  <a:lnTo>
                    <a:pt x="626529" y="312635"/>
                  </a:lnTo>
                  <a:lnTo>
                    <a:pt x="591261" y="339902"/>
                  </a:lnTo>
                  <a:lnTo>
                    <a:pt x="556793" y="368134"/>
                  </a:lnTo>
                  <a:lnTo>
                    <a:pt x="523163" y="397319"/>
                  </a:lnTo>
                  <a:lnTo>
                    <a:pt x="490385" y="427431"/>
                  </a:lnTo>
                  <a:lnTo>
                    <a:pt x="458470" y="458457"/>
                  </a:lnTo>
                  <a:lnTo>
                    <a:pt x="427443" y="490372"/>
                  </a:lnTo>
                  <a:lnTo>
                    <a:pt x="397319" y="523163"/>
                  </a:lnTo>
                  <a:lnTo>
                    <a:pt x="368134" y="556793"/>
                  </a:lnTo>
                  <a:lnTo>
                    <a:pt x="339902" y="591248"/>
                  </a:lnTo>
                  <a:lnTo>
                    <a:pt x="312635" y="626516"/>
                  </a:lnTo>
                  <a:lnTo>
                    <a:pt x="286372" y="662571"/>
                  </a:lnTo>
                  <a:lnTo>
                    <a:pt x="261112" y="699401"/>
                  </a:lnTo>
                  <a:lnTo>
                    <a:pt x="236880" y="736968"/>
                  </a:lnTo>
                  <a:lnTo>
                    <a:pt x="213715" y="775258"/>
                  </a:lnTo>
                  <a:lnTo>
                    <a:pt x="191604" y="814260"/>
                  </a:lnTo>
                  <a:lnTo>
                    <a:pt x="170599" y="853948"/>
                  </a:lnTo>
                  <a:lnTo>
                    <a:pt x="150710" y="894295"/>
                  </a:lnTo>
                  <a:lnTo>
                    <a:pt x="131953" y="935278"/>
                  </a:lnTo>
                  <a:lnTo>
                    <a:pt x="114350" y="976896"/>
                  </a:lnTo>
                  <a:lnTo>
                    <a:pt x="97929" y="1019111"/>
                  </a:lnTo>
                  <a:lnTo>
                    <a:pt x="82702" y="1061910"/>
                  </a:lnTo>
                  <a:lnTo>
                    <a:pt x="68694" y="1105281"/>
                  </a:lnTo>
                  <a:lnTo>
                    <a:pt x="55918" y="1149172"/>
                  </a:lnTo>
                  <a:lnTo>
                    <a:pt x="44399" y="1193596"/>
                  </a:lnTo>
                  <a:lnTo>
                    <a:pt x="34163" y="1238529"/>
                  </a:lnTo>
                  <a:lnTo>
                    <a:pt x="25222" y="1283931"/>
                  </a:lnTo>
                  <a:lnTo>
                    <a:pt x="17602" y="1329791"/>
                  </a:lnTo>
                  <a:lnTo>
                    <a:pt x="11315" y="1376095"/>
                  </a:lnTo>
                  <a:lnTo>
                    <a:pt x="6400" y="1422819"/>
                  </a:lnTo>
                  <a:lnTo>
                    <a:pt x="2857" y="1469948"/>
                  </a:lnTo>
                  <a:lnTo>
                    <a:pt x="723" y="1517446"/>
                  </a:lnTo>
                  <a:lnTo>
                    <a:pt x="0" y="1565300"/>
                  </a:lnTo>
                  <a:lnTo>
                    <a:pt x="723" y="1613154"/>
                  </a:lnTo>
                  <a:lnTo>
                    <a:pt x="2857" y="1660652"/>
                  </a:lnTo>
                  <a:lnTo>
                    <a:pt x="6400" y="1707769"/>
                  </a:lnTo>
                  <a:lnTo>
                    <a:pt x="11315" y="1754492"/>
                  </a:lnTo>
                  <a:lnTo>
                    <a:pt x="17602" y="1800796"/>
                  </a:lnTo>
                  <a:lnTo>
                    <a:pt x="25222" y="1846656"/>
                  </a:lnTo>
                  <a:lnTo>
                    <a:pt x="34163" y="1892058"/>
                  </a:lnTo>
                  <a:lnTo>
                    <a:pt x="44399" y="1936991"/>
                  </a:lnTo>
                  <a:lnTo>
                    <a:pt x="55918" y="1981415"/>
                  </a:lnTo>
                  <a:lnTo>
                    <a:pt x="68694" y="2025307"/>
                  </a:lnTo>
                  <a:lnTo>
                    <a:pt x="82702" y="2068677"/>
                  </a:lnTo>
                  <a:lnTo>
                    <a:pt x="97929" y="2111476"/>
                  </a:lnTo>
                  <a:lnTo>
                    <a:pt x="114350" y="2153691"/>
                  </a:lnTo>
                  <a:lnTo>
                    <a:pt x="131953" y="2195309"/>
                  </a:lnTo>
                  <a:lnTo>
                    <a:pt x="150710" y="2236292"/>
                  </a:lnTo>
                  <a:lnTo>
                    <a:pt x="170599" y="2276640"/>
                  </a:lnTo>
                  <a:lnTo>
                    <a:pt x="191604" y="2316327"/>
                  </a:lnTo>
                  <a:lnTo>
                    <a:pt x="213715" y="2355329"/>
                  </a:lnTo>
                  <a:lnTo>
                    <a:pt x="236880" y="2393619"/>
                  </a:lnTo>
                  <a:lnTo>
                    <a:pt x="261112" y="2431186"/>
                  </a:lnTo>
                  <a:lnTo>
                    <a:pt x="286372" y="2468003"/>
                  </a:lnTo>
                  <a:lnTo>
                    <a:pt x="312635" y="2504059"/>
                  </a:lnTo>
                  <a:lnTo>
                    <a:pt x="339902" y="2539327"/>
                  </a:lnTo>
                  <a:lnTo>
                    <a:pt x="368134" y="2573794"/>
                  </a:lnTo>
                  <a:lnTo>
                    <a:pt x="397319" y="2607424"/>
                  </a:lnTo>
                  <a:lnTo>
                    <a:pt x="427443" y="2640203"/>
                  </a:lnTo>
                  <a:lnTo>
                    <a:pt x="458470" y="2672118"/>
                  </a:lnTo>
                  <a:lnTo>
                    <a:pt x="490385" y="2703144"/>
                  </a:lnTo>
                  <a:lnTo>
                    <a:pt x="523163" y="2733268"/>
                  </a:lnTo>
                  <a:lnTo>
                    <a:pt x="556793" y="2762453"/>
                  </a:lnTo>
                  <a:lnTo>
                    <a:pt x="591261" y="2790685"/>
                  </a:lnTo>
                  <a:lnTo>
                    <a:pt x="626529" y="2817952"/>
                  </a:lnTo>
                  <a:lnTo>
                    <a:pt x="662584" y="2844215"/>
                  </a:lnTo>
                  <a:lnTo>
                    <a:pt x="699401" y="2869476"/>
                  </a:lnTo>
                  <a:lnTo>
                    <a:pt x="736968" y="2893707"/>
                  </a:lnTo>
                  <a:lnTo>
                    <a:pt x="775258" y="2916872"/>
                  </a:lnTo>
                  <a:lnTo>
                    <a:pt x="814260" y="2938983"/>
                  </a:lnTo>
                  <a:lnTo>
                    <a:pt x="853948" y="2959989"/>
                  </a:lnTo>
                  <a:lnTo>
                    <a:pt x="894295" y="2979877"/>
                  </a:lnTo>
                  <a:lnTo>
                    <a:pt x="935278" y="2998635"/>
                  </a:lnTo>
                  <a:lnTo>
                    <a:pt x="976896" y="3016237"/>
                  </a:lnTo>
                  <a:lnTo>
                    <a:pt x="1019111" y="3032658"/>
                  </a:lnTo>
                  <a:lnTo>
                    <a:pt x="1061910" y="3047885"/>
                  </a:lnTo>
                  <a:lnTo>
                    <a:pt x="1105268" y="3061893"/>
                  </a:lnTo>
                  <a:lnTo>
                    <a:pt x="1149172" y="3074670"/>
                  </a:lnTo>
                  <a:lnTo>
                    <a:pt x="1193596" y="3086189"/>
                  </a:lnTo>
                  <a:lnTo>
                    <a:pt x="1238529" y="3096425"/>
                  </a:lnTo>
                  <a:lnTo>
                    <a:pt x="1283931" y="3105366"/>
                  </a:lnTo>
                  <a:lnTo>
                    <a:pt x="1329791" y="3112986"/>
                  </a:lnTo>
                  <a:lnTo>
                    <a:pt x="1376095" y="3119272"/>
                  </a:lnTo>
                  <a:lnTo>
                    <a:pt x="1422819" y="3124187"/>
                  </a:lnTo>
                  <a:lnTo>
                    <a:pt x="1469936" y="3127730"/>
                  </a:lnTo>
                  <a:lnTo>
                    <a:pt x="1517434" y="3129864"/>
                  </a:lnTo>
                  <a:lnTo>
                    <a:pt x="1565300" y="3130588"/>
                  </a:lnTo>
                  <a:lnTo>
                    <a:pt x="4343844" y="3130588"/>
                  </a:lnTo>
                  <a:lnTo>
                    <a:pt x="4726127" y="3130588"/>
                  </a:lnTo>
                  <a:lnTo>
                    <a:pt x="9378696" y="3130588"/>
                  </a:lnTo>
                  <a:lnTo>
                    <a:pt x="9378696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20295" y="2574028"/>
              <a:ext cx="104775" cy="1047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20295" y="3640828"/>
              <a:ext cx="104775" cy="10477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20295" y="4707628"/>
              <a:ext cx="104775" cy="10477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20295" y="7374628"/>
              <a:ext cx="104775" cy="10477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4548" rIns="0" bIns="0" rtlCol="0" vert="horz">
            <a:spAutoFit/>
          </a:bodyPr>
          <a:lstStyle/>
          <a:p>
            <a:pPr marL="2247265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Business</a:t>
            </a:r>
            <a:r>
              <a:rPr dirty="0" spc="-245"/>
              <a:t> </a:t>
            </a:r>
            <a:r>
              <a:rPr dirty="0" spc="-30"/>
              <a:t>Recommendations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10276527" y="2239973"/>
            <a:ext cx="7211695" cy="695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990">
              <a:lnSpc>
                <a:spcPct val="148900"/>
              </a:lnSpc>
              <a:spcBef>
                <a:spcPts val="100"/>
              </a:spcBef>
            </a:pPr>
            <a:r>
              <a:rPr dirty="0" sz="2350">
                <a:latin typeface="Arial MT"/>
                <a:cs typeface="Arial MT"/>
              </a:rPr>
              <a:t>Consistent</a:t>
            </a:r>
            <a:r>
              <a:rPr dirty="0" sz="2350" spc="-8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and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sharp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drop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in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activity</a:t>
            </a:r>
            <a:r>
              <a:rPr dirty="0" sz="2350" spc="-80">
                <a:latin typeface="Arial MT"/>
                <a:cs typeface="Arial MT"/>
              </a:rPr>
              <a:t> </a:t>
            </a:r>
            <a:r>
              <a:rPr dirty="0" sz="2350" spc="-60">
                <a:latin typeface="Arial MT"/>
                <a:cs typeface="Arial MT"/>
              </a:rPr>
              <a:t>every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day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around 3:00</a:t>
            </a:r>
            <a:r>
              <a:rPr dirty="0" sz="2350" spc="-135">
                <a:latin typeface="Arial MT"/>
                <a:cs typeface="Arial MT"/>
              </a:rPr>
              <a:t> </a:t>
            </a:r>
            <a:r>
              <a:rPr dirty="0" sz="2350" spc="-25">
                <a:latin typeface="Arial MT"/>
                <a:cs typeface="Arial MT"/>
              </a:rPr>
              <a:t>PM</a:t>
            </a:r>
            <a:endParaRPr sz="2350">
              <a:latin typeface="Arial MT"/>
              <a:cs typeface="Arial MT"/>
            </a:endParaRPr>
          </a:p>
          <a:p>
            <a:pPr marL="12700" marR="807085">
              <a:lnSpc>
                <a:spcPct val="148900"/>
              </a:lnSpc>
            </a:pPr>
            <a:r>
              <a:rPr dirty="0" sz="2350" spc="-40">
                <a:latin typeface="Arial MT"/>
                <a:cs typeface="Arial MT"/>
              </a:rPr>
              <a:t>The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maximum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load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is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concentrated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on</a:t>
            </a:r>
            <a:r>
              <a:rPr dirty="0" sz="2350" spc="-10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Thursday </a:t>
            </a:r>
            <a:r>
              <a:rPr dirty="0" sz="2350" spc="-30">
                <a:latin typeface="Arial MT"/>
                <a:cs typeface="Arial MT"/>
              </a:rPr>
              <a:t>evening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(5:00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 spc="-65">
                <a:latin typeface="Arial MT"/>
                <a:cs typeface="Arial MT"/>
              </a:rPr>
              <a:t>PM-</a:t>
            </a:r>
            <a:r>
              <a:rPr dirty="0" sz="2350" spc="-10">
                <a:latin typeface="Arial MT"/>
                <a:cs typeface="Arial MT"/>
              </a:rPr>
              <a:t>8:00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PM)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and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on</a:t>
            </a:r>
            <a:r>
              <a:rPr dirty="0" sz="2350" spc="-11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Friday</a:t>
            </a:r>
            <a:endParaRPr sz="2350">
              <a:latin typeface="Arial MT"/>
              <a:cs typeface="Arial MT"/>
            </a:endParaRPr>
          </a:p>
          <a:p>
            <a:pPr marL="12700" marR="5080">
              <a:lnSpc>
                <a:spcPct val="148900"/>
              </a:lnSpc>
            </a:pPr>
            <a:r>
              <a:rPr dirty="0" sz="2350" spc="-40">
                <a:latin typeface="Arial MT"/>
                <a:cs typeface="Arial MT"/>
              </a:rPr>
              <a:t>The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almost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complete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dominance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 spc="90">
                <a:latin typeface="Arial MT"/>
                <a:cs typeface="Arial MT"/>
              </a:rPr>
              <a:t>of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the</a:t>
            </a:r>
            <a:r>
              <a:rPr dirty="0" sz="2350" spc="-25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Medium </a:t>
            </a:r>
            <a:r>
              <a:rPr dirty="0" sz="2350">
                <a:latin typeface="Arial MT"/>
                <a:cs typeface="Arial MT"/>
              </a:rPr>
              <a:t>segment: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about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135">
                <a:latin typeface="Arial MT"/>
                <a:cs typeface="Arial MT"/>
              </a:rPr>
              <a:t>99%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90">
                <a:latin typeface="Arial MT"/>
                <a:cs typeface="Arial MT"/>
              </a:rPr>
              <a:t>of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sales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during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peak</a:t>
            </a:r>
            <a:r>
              <a:rPr dirty="0" sz="2350" spc="-75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and</a:t>
            </a:r>
            <a:r>
              <a:rPr dirty="0" sz="2350" spc="-7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off-</a:t>
            </a:r>
            <a:r>
              <a:rPr dirty="0" sz="2350" spc="-20">
                <a:latin typeface="Arial MT"/>
                <a:cs typeface="Arial MT"/>
              </a:rPr>
              <a:t>peak </a:t>
            </a:r>
            <a:r>
              <a:rPr dirty="0" sz="2350">
                <a:latin typeface="Arial MT"/>
                <a:cs typeface="Arial MT"/>
              </a:rPr>
              <a:t>hours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are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made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by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customers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with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a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>
                <a:latin typeface="Arial MT"/>
                <a:cs typeface="Arial MT"/>
              </a:rPr>
              <a:t>shopping</a:t>
            </a:r>
            <a:r>
              <a:rPr dirty="0" sz="2350" spc="-6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basket </a:t>
            </a:r>
            <a:r>
              <a:rPr dirty="0" sz="2350" spc="9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350" spc="-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300–800</a:t>
            </a:r>
            <a:r>
              <a:rPr dirty="0" sz="23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-60">
                <a:solidFill>
                  <a:srgbClr val="FFFFFF"/>
                </a:solidFill>
                <a:latin typeface="Arial MT"/>
                <a:cs typeface="Arial MT"/>
              </a:rPr>
              <a:t>NIS.</a:t>
            </a:r>
            <a:r>
              <a:rPr dirty="0" sz="23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3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dirty="0" sz="23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homogeneous</a:t>
            </a:r>
            <a:r>
              <a:rPr dirty="0" sz="23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-20">
                <a:solidFill>
                  <a:srgbClr val="FFFFFF"/>
                </a:solidFill>
                <a:latin typeface="Arial MT"/>
                <a:cs typeface="Arial MT"/>
              </a:rPr>
              <a:t>audience</a:t>
            </a:r>
            <a:r>
              <a:rPr dirty="0" sz="23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65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families</a:t>
            </a:r>
            <a:r>
              <a:rPr dirty="0" sz="23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who</a:t>
            </a:r>
            <a:r>
              <a:rPr dirty="0" sz="23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make</a:t>
            </a:r>
            <a:r>
              <a:rPr dirty="0" sz="23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routine</a:t>
            </a:r>
            <a:r>
              <a:rPr dirty="0" sz="235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-20">
                <a:solidFill>
                  <a:srgbClr val="FFFFFF"/>
                </a:solidFill>
                <a:latin typeface="Arial MT"/>
                <a:cs typeface="Arial MT"/>
              </a:rPr>
              <a:t>weekly</a:t>
            </a:r>
            <a:r>
              <a:rPr dirty="0" sz="235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purchases.</a:t>
            </a:r>
            <a:endParaRPr sz="2350">
              <a:latin typeface="Arial MT"/>
              <a:cs typeface="Arial MT"/>
            </a:endParaRPr>
          </a:p>
          <a:p>
            <a:pPr marL="12700" marR="404495">
              <a:lnSpc>
                <a:spcPct val="148900"/>
              </a:lnSpc>
              <a:spcBef>
                <a:spcPts val="5"/>
              </a:spcBef>
            </a:pP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Recommendations:</a:t>
            </a:r>
            <a:r>
              <a:rPr dirty="0" sz="23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“Traffic</a:t>
            </a:r>
            <a:r>
              <a:rPr dirty="0" sz="23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light”,</a:t>
            </a:r>
            <a:r>
              <a:rPr dirty="0" sz="23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35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Demand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Shifting</a:t>
            </a:r>
            <a:r>
              <a:rPr dirty="0" sz="23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9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3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3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Medium</a:t>
            </a:r>
            <a:r>
              <a:rPr dirty="0" sz="23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segment</a:t>
            </a:r>
            <a:r>
              <a:rPr dirty="0" sz="23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through</a:t>
            </a:r>
            <a:r>
              <a:rPr dirty="0" sz="23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discounts,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points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3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app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promotions</a:t>
            </a:r>
            <a:r>
              <a:rPr dirty="0" sz="23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during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50">
                <a:solidFill>
                  <a:srgbClr val="FFFFFF"/>
                </a:solidFill>
                <a:latin typeface="Arial MT"/>
                <a:cs typeface="Arial MT"/>
              </a:rPr>
              <a:t>off-</a:t>
            </a:r>
            <a:r>
              <a:rPr dirty="0" sz="2350" spc="-20">
                <a:solidFill>
                  <a:srgbClr val="FFFFFF"/>
                </a:solidFill>
                <a:latin typeface="Arial MT"/>
                <a:cs typeface="Arial MT"/>
              </a:rPr>
              <a:t>peak </a:t>
            </a: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hours.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85838" y="0"/>
            <a:ext cx="17702530" cy="10287635"/>
          </a:xfrm>
          <a:custGeom>
            <a:avLst/>
            <a:gdLst/>
            <a:ahLst/>
            <a:cxnLst/>
            <a:rect l="l" t="t" r="r" b="b"/>
            <a:pathLst>
              <a:path w="17702530" h="10287635">
                <a:moveTo>
                  <a:pt x="3473475" y="10287013"/>
                </a:moveTo>
                <a:lnTo>
                  <a:pt x="3434943" y="10209886"/>
                </a:lnTo>
                <a:lnTo>
                  <a:pt x="3410762" y="10165728"/>
                </a:lnTo>
                <a:lnTo>
                  <a:pt x="3385413" y="10122217"/>
                </a:lnTo>
                <a:lnTo>
                  <a:pt x="3358908" y="10079355"/>
                </a:lnTo>
                <a:lnTo>
                  <a:pt x="3331235" y="10037178"/>
                </a:lnTo>
                <a:lnTo>
                  <a:pt x="3302406" y="9995675"/>
                </a:lnTo>
                <a:lnTo>
                  <a:pt x="3272967" y="9955581"/>
                </a:lnTo>
                <a:lnTo>
                  <a:pt x="3273171" y="9955809"/>
                </a:lnTo>
                <a:lnTo>
                  <a:pt x="3241332" y="9914750"/>
                </a:lnTo>
                <a:lnTo>
                  <a:pt x="3209074" y="9875342"/>
                </a:lnTo>
                <a:lnTo>
                  <a:pt x="3176981" y="9838131"/>
                </a:lnTo>
                <a:lnTo>
                  <a:pt x="3141205" y="9798698"/>
                </a:lnTo>
                <a:lnTo>
                  <a:pt x="3105581" y="9761474"/>
                </a:lnTo>
                <a:lnTo>
                  <a:pt x="3068840" y="9725000"/>
                </a:lnTo>
                <a:lnTo>
                  <a:pt x="3033623" y="9691751"/>
                </a:lnTo>
                <a:lnTo>
                  <a:pt x="2997746" y="9659556"/>
                </a:lnTo>
                <a:lnTo>
                  <a:pt x="2961233" y="9628403"/>
                </a:lnTo>
                <a:lnTo>
                  <a:pt x="2924098" y="9598317"/>
                </a:lnTo>
                <a:lnTo>
                  <a:pt x="2886379" y="9569272"/>
                </a:lnTo>
                <a:lnTo>
                  <a:pt x="2848076" y="9541294"/>
                </a:lnTo>
                <a:lnTo>
                  <a:pt x="2809240" y="9514357"/>
                </a:lnTo>
                <a:lnTo>
                  <a:pt x="2769857" y="9488487"/>
                </a:lnTo>
                <a:lnTo>
                  <a:pt x="2729966" y="9463672"/>
                </a:lnTo>
                <a:lnTo>
                  <a:pt x="2689593" y="9439910"/>
                </a:lnTo>
                <a:lnTo>
                  <a:pt x="2648750" y="9417215"/>
                </a:lnTo>
                <a:lnTo>
                  <a:pt x="2607475" y="9395587"/>
                </a:lnTo>
                <a:lnTo>
                  <a:pt x="2565755" y="9375013"/>
                </a:lnTo>
                <a:lnTo>
                  <a:pt x="2523642" y="9355506"/>
                </a:lnTo>
                <a:lnTo>
                  <a:pt x="2481148" y="9337053"/>
                </a:lnTo>
                <a:lnTo>
                  <a:pt x="2438285" y="9319679"/>
                </a:lnTo>
                <a:lnTo>
                  <a:pt x="2395080" y="9303360"/>
                </a:lnTo>
                <a:lnTo>
                  <a:pt x="2351570" y="9288120"/>
                </a:lnTo>
                <a:lnTo>
                  <a:pt x="2307755" y="9273946"/>
                </a:lnTo>
                <a:lnTo>
                  <a:pt x="2263660" y="9260840"/>
                </a:lnTo>
                <a:lnTo>
                  <a:pt x="2219312" y="9248800"/>
                </a:lnTo>
                <a:lnTo>
                  <a:pt x="2174722" y="9237840"/>
                </a:lnTo>
                <a:lnTo>
                  <a:pt x="2129929" y="9227947"/>
                </a:lnTo>
                <a:lnTo>
                  <a:pt x="2084933" y="9219133"/>
                </a:lnTo>
                <a:lnTo>
                  <a:pt x="2039772" y="9211399"/>
                </a:lnTo>
                <a:lnTo>
                  <a:pt x="1994458" y="9204731"/>
                </a:lnTo>
                <a:lnTo>
                  <a:pt x="1949018" y="9199156"/>
                </a:lnTo>
                <a:lnTo>
                  <a:pt x="1903476" y="9194648"/>
                </a:lnTo>
                <a:lnTo>
                  <a:pt x="1857832" y="9191219"/>
                </a:lnTo>
                <a:lnTo>
                  <a:pt x="1812137" y="9188882"/>
                </a:lnTo>
                <a:lnTo>
                  <a:pt x="1766392" y="9187612"/>
                </a:lnTo>
                <a:lnTo>
                  <a:pt x="1720621" y="9187434"/>
                </a:lnTo>
                <a:lnTo>
                  <a:pt x="1674850" y="9188336"/>
                </a:lnTo>
                <a:lnTo>
                  <a:pt x="1629092" y="9190330"/>
                </a:lnTo>
                <a:lnTo>
                  <a:pt x="1583372" y="9193403"/>
                </a:lnTo>
                <a:lnTo>
                  <a:pt x="1537716" y="9197569"/>
                </a:lnTo>
                <a:lnTo>
                  <a:pt x="1492148" y="9202826"/>
                </a:lnTo>
                <a:lnTo>
                  <a:pt x="1446682" y="9209164"/>
                </a:lnTo>
                <a:lnTo>
                  <a:pt x="1401330" y="9216606"/>
                </a:lnTo>
                <a:lnTo>
                  <a:pt x="1356131" y="9225128"/>
                </a:lnTo>
                <a:lnTo>
                  <a:pt x="1311109" y="9234741"/>
                </a:lnTo>
                <a:lnTo>
                  <a:pt x="1266253" y="9245460"/>
                </a:lnTo>
                <a:lnTo>
                  <a:pt x="1221625" y="9257271"/>
                </a:lnTo>
                <a:lnTo>
                  <a:pt x="1177213" y="9270174"/>
                </a:lnTo>
                <a:lnTo>
                  <a:pt x="1133055" y="9284170"/>
                </a:lnTo>
                <a:lnTo>
                  <a:pt x="1089177" y="9299270"/>
                </a:lnTo>
                <a:lnTo>
                  <a:pt x="1045578" y="9315475"/>
                </a:lnTo>
                <a:lnTo>
                  <a:pt x="1002296" y="9332773"/>
                </a:lnTo>
                <a:lnTo>
                  <a:pt x="959358" y="9351175"/>
                </a:lnTo>
                <a:lnTo>
                  <a:pt x="916774" y="9370682"/>
                </a:lnTo>
                <a:lnTo>
                  <a:pt x="874560" y="9391294"/>
                </a:lnTo>
                <a:lnTo>
                  <a:pt x="832751" y="9413011"/>
                </a:lnTo>
                <a:lnTo>
                  <a:pt x="791362" y="9435833"/>
                </a:lnTo>
                <a:lnTo>
                  <a:pt x="750417" y="9459760"/>
                </a:lnTo>
                <a:lnTo>
                  <a:pt x="709930" y="9484792"/>
                </a:lnTo>
                <a:lnTo>
                  <a:pt x="669912" y="9510941"/>
                </a:lnTo>
                <a:lnTo>
                  <a:pt x="630415" y="9538208"/>
                </a:lnTo>
                <a:lnTo>
                  <a:pt x="591439" y="9566567"/>
                </a:lnTo>
                <a:lnTo>
                  <a:pt x="553008" y="9596056"/>
                </a:lnTo>
                <a:lnTo>
                  <a:pt x="512762" y="9628581"/>
                </a:lnTo>
                <a:lnTo>
                  <a:pt x="473544" y="9661957"/>
                </a:lnTo>
                <a:lnTo>
                  <a:pt x="435368" y="9696183"/>
                </a:lnTo>
                <a:lnTo>
                  <a:pt x="398233" y="9731235"/>
                </a:lnTo>
                <a:lnTo>
                  <a:pt x="362140" y="9767125"/>
                </a:lnTo>
                <a:lnTo>
                  <a:pt x="327113" y="9803841"/>
                </a:lnTo>
                <a:lnTo>
                  <a:pt x="293141" y="9841357"/>
                </a:lnTo>
                <a:lnTo>
                  <a:pt x="260235" y="9879673"/>
                </a:lnTo>
                <a:lnTo>
                  <a:pt x="228409" y="9918776"/>
                </a:lnTo>
                <a:lnTo>
                  <a:pt x="197662" y="9958667"/>
                </a:lnTo>
                <a:lnTo>
                  <a:pt x="168008" y="9999332"/>
                </a:lnTo>
                <a:lnTo>
                  <a:pt x="139458" y="10040760"/>
                </a:lnTo>
                <a:lnTo>
                  <a:pt x="112001" y="10082936"/>
                </a:lnTo>
                <a:lnTo>
                  <a:pt x="85661" y="10125862"/>
                </a:lnTo>
                <a:lnTo>
                  <a:pt x="60426" y="10169512"/>
                </a:lnTo>
                <a:lnTo>
                  <a:pt x="36322" y="10213899"/>
                </a:lnTo>
                <a:lnTo>
                  <a:pt x="13347" y="10259009"/>
                </a:lnTo>
                <a:lnTo>
                  <a:pt x="0" y="10287000"/>
                </a:lnTo>
                <a:lnTo>
                  <a:pt x="988542" y="10287000"/>
                </a:lnTo>
                <a:lnTo>
                  <a:pt x="994232" y="10281679"/>
                </a:lnTo>
                <a:lnTo>
                  <a:pt x="1030846" y="10250170"/>
                </a:lnTo>
                <a:lnTo>
                  <a:pt x="1068387" y="10220528"/>
                </a:lnTo>
                <a:lnTo>
                  <a:pt x="1106805" y="10192728"/>
                </a:lnTo>
                <a:lnTo>
                  <a:pt x="1146035" y="10166769"/>
                </a:lnTo>
                <a:lnTo>
                  <a:pt x="1186014" y="10142664"/>
                </a:lnTo>
                <a:lnTo>
                  <a:pt x="1226705" y="10120389"/>
                </a:lnTo>
                <a:lnTo>
                  <a:pt x="1268006" y="10099980"/>
                </a:lnTo>
                <a:lnTo>
                  <a:pt x="1309954" y="10081362"/>
                </a:lnTo>
                <a:lnTo>
                  <a:pt x="1352410" y="10064598"/>
                </a:lnTo>
                <a:lnTo>
                  <a:pt x="1395336" y="10049650"/>
                </a:lnTo>
                <a:lnTo>
                  <a:pt x="1438668" y="10036543"/>
                </a:lnTo>
                <a:lnTo>
                  <a:pt x="1482382" y="10025253"/>
                </a:lnTo>
                <a:lnTo>
                  <a:pt x="1526387" y="10015779"/>
                </a:lnTo>
                <a:lnTo>
                  <a:pt x="1570647" y="10008133"/>
                </a:lnTo>
                <a:lnTo>
                  <a:pt x="1615097" y="10002291"/>
                </a:lnTo>
                <a:lnTo>
                  <a:pt x="1659674" y="9998253"/>
                </a:lnTo>
                <a:lnTo>
                  <a:pt x="1704340" y="9996043"/>
                </a:lnTo>
                <a:lnTo>
                  <a:pt x="1749018" y="9995624"/>
                </a:lnTo>
                <a:lnTo>
                  <a:pt x="1793659" y="9997008"/>
                </a:lnTo>
                <a:lnTo>
                  <a:pt x="1838223" y="10000196"/>
                </a:lnTo>
                <a:lnTo>
                  <a:pt x="1882622" y="10005174"/>
                </a:lnTo>
                <a:lnTo>
                  <a:pt x="1926831" y="10011956"/>
                </a:lnTo>
                <a:lnTo>
                  <a:pt x="1970760" y="10020516"/>
                </a:lnTo>
                <a:lnTo>
                  <a:pt x="2014385" y="10030879"/>
                </a:lnTo>
                <a:lnTo>
                  <a:pt x="2057628" y="10043020"/>
                </a:lnTo>
                <a:lnTo>
                  <a:pt x="2100440" y="10056939"/>
                </a:lnTo>
                <a:lnTo>
                  <a:pt x="2142756" y="10072637"/>
                </a:lnTo>
                <a:lnTo>
                  <a:pt x="2184539" y="10090112"/>
                </a:lnTo>
                <a:lnTo>
                  <a:pt x="2225713" y="10109365"/>
                </a:lnTo>
                <a:lnTo>
                  <a:pt x="2266226" y="10130384"/>
                </a:lnTo>
                <a:lnTo>
                  <a:pt x="2306028" y="10153167"/>
                </a:lnTo>
                <a:lnTo>
                  <a:pt x="2345067" y="10177716"/>
                </a:lnTo>
                <a:lnTo>
                  <a:pt x="2383269" y="10204031"/>
                </a:lnTo>
                <a:lnTo>
                  <a:pt x="2420582" y="10232098"/>
                </a:lnTo>
                <a:lnTo>
                  <a:pt x="2456954" y="10261917"/>
                </a:lnTo>
                <a:lnTo>
                  <a:pt x="2485047" y="10287000"/>
                </a:lnTo>
                <a:lnTo>
                  <a:pt x="3473475" y="10287013"/>
                </a:lnTo>
                <a:close/>
              </a:path>
              <a:path w="17702530" h="10287635">
                <a:moveTo>
                  <a:pt x="17702149" y="1171511"/>
                </a:moveTo>
                <a:lnTo>
                  <a:pt x="17628121" y="1203515"/>
                </a:lnTo>
                <a:lnTo>
                  <a:pt x="17581906" y="1220520"/>
                </a:lnTo>
                <a:lnTo>
                  <a:pt x="17534890" y="1235735"/>
                </a:lnTo>
                <a:lnTo>
                  <a:pt x="17487100" y="1249159"/>
                </a:lnTo>
                <a:lnTo>
                  <a:pt x="17439602" y="1260538"/>
                </a:lnTo>
                <a:lnTo>
                  <a:pt x="17392676" y="1269961"/>
                </a:lnTo>
                <a:lnTo>
                  <a:pt x="17345597" y="1277607"/>
                </a:lnTo>
                <a:lnTo>
                  <a:pt x="17298632" y="1283436"/>
                </a:lnTo>
                <a:lnTo>
                  <a:pt x="17251833" y="1287487"/>
                </a:lnTo>
                <a:lnTo>
                  <a:pt x="17205236" y="1289773"/>
                </a:lnTo>
                <a:lnTo>
                  <a:pt x="17158894" y="1290307"/>
                </a:lnTo>
                <a:lnTo>
                  <a:pt x="17112819" y="1289138"/>
                </a:lnTo>
                <a:lnTo>
                  <a:pt x="17067060" y="1286281"/>
                </a:lnTo>
                <a:lnTo>
                  <a:pt x="17021658" y="1281760"/>
                </a:lnTo>
                <a:lnTo>
                  <a:pt x="16976649" y="1275588"/>
                </a:lnTo>
                <a:lnTo>
                  <a:pt x="16932059" y="1267802"/>
                </a:lnTo>
                <a:lnTo>
                  <a:pt x="16887940" y="1258430"/>
                </a:lnTo>
                <a:lnTo>
                  <a:pt x="16844429" y="1247495"/>
                </a:lnTo>
                <a:lnTo>
                  <a:pt x="16801249" y="1234986"/>
                </a:lnTo>
                <a:lnTo>
                  <a:pt x="16758755" y="1220965"/>
                </a:lnTo>
                <a:lnTo>
                  <a:pt x="16716883" y="1205445"/>
                </a:lnTo>
                <a:lnTo>
                  <a:pt x="16675659" y="1188466"/>
                </a:lnTo>
                <a:lnTo>
                  <a:pt x="16635121" y="1170025"/>
                </a:lnTo>
                <a:lnTo>
                  <a:pt x="16595319" y="1150162"/>
                </a:lnTo>
                <a:lnTo>
                  <a:pt x="16556279" y="1128903"/>
                </a:lnTo>
                <a:lnTo>
                  <a:pt x="16518039" y="1106258"/>
                </a:lnTo>
                <a:lnTo>
                  <a:pt x="16480651" y="1082268"/>
                </a:lnTo>
                <a:lnTo>
                  <a:pt x="16444138" y="1056957"/>
                </a:lnTo>
                <a:lnTo>
                  <a:pt x="16408540" y="1030325"/>
                </a:lnTo>
                <a:lnTo>
                  <a:pt x="16373894" y="1002423"/>
                </a:lnTo>
                <a:lnTo>
                  <a:pt x="16340239" y="973264"/>
                </a:lnTo>
                <a:lnTo>
                  <a:pt x="16307613" y="942860"/>
                </a:lnTo>
                <a:lnTo>
                  <a:pt x="16276066" y="911263"/>
                </a:lnTo>
                <a:lnTo>
                  <a:pt x="16245612" y="878471"/>
                </a:lnTo>
                <a:lnTo>
                  <a:pt x="16216300" y="844524"/>
                </a:lnTo>
                <a:lnTo>
                  <a:pt x="16188170" y="809447"/>
                </a:lnTo>
                <a:lnTo>
                  <a:pt x="16161246" y="773252"/>
                </a:lnTo>
                <a:lnTo>
                  <a:pt x="16135592" y="735965"/>
                </a:lnTo>
                <a:lnTo>
                  <a:pt x="16111220" y="697611"/>
                </a:lnTo>
                <a:lnTo>
                  <a:pt x="16088170" y="658228"/>
                </a:lnTo>
                <a:lnTo>
                  <a:pt x="16066504" y="617829"/>
                </a:lnTo>
                <a:lnTo>
                  <a:pt x="16046234" y="576440"/>
                </a:lnTo>
                <a:lnTo>
                  <a:pt x="16027400" y="534073"/>
                </a:lnTo>
                <a:lnTo>
                  <a:pt x="16010052" y="490766"/>
                </a:lnTo>
                <a:lnTo>
                  <a:pt x="15994215" y="446544"/>
                </a:lnTo>
                <a:lnTo>
                  <a:pt x="15979940" y="401434"/>
                </a:lnTo>
                <a:lnTo>
                  <a:pt x="15967253" y="355434"/>
                </a:lnTo>
                <a:lnTo>
                  <a:pt x="15956204" y="308597"/>
                </a:lnTo>
                <a:lnTo>
                  <a:pt x="15946806" y="260946"/>
                </a:lnTo>
                <a:lnTo>
                  <a:pt x="15939072" y="211886"/>
                </a:lnTo>
                <a:lnTo>
                  <a:pt x="15933306" y="162775"/>
                </a:lnTo>
                <a:lnTo>
                  <a:pt x="15929509" y="113652"/>
                </a:lnTo>
                <a:lnTo>
                  <a:pt x="15927667" y="64528"/>
                </a:lnTo>
                <a:lnTo>
                  <a:pt x="15927794" y="15443"/>
                </a:lnTo>
                <a:lnTo>
                  <a:pt x="15928455" y="0"/>
                </a:lnTo>
                <a:lnTo>
                  <a:pt x="15022373" y="0"/>
                </a:lnTo>
                <a:lnTo>
                  <a:pt x="15021865" y="43878"/>
                </a:lnTo>
                <a:lnTo>
                  <a:pt x="15022487" y="94589"/>
                </a:lnTo>
                <a:lnTo>
                  <a:pt x="15024316" y="145313"/>
                </a:lnTo>
                <a:lnTo>
                  <a:pt x="15027364" y="196024"/>
                </a:lnTo>
                <a:lnTo>
                  <a:pt x="15031631" y="246710"/>
                </a:lnTo>
                <a:lnTo>
                  <a:pt x="15037092" y="297383"/>
                </a:lnTo>
                <a:lnTo>
                  <a:pt x="15043785" y="348018"/>
                </a:lnTo>
                <a:lnTo>
                  <a:pt x="15051685" y="398614"/>
                </a:lnTo>
                <a:lnTo>
                  <a:pt x="15060791" y="449160"/>
                </a:lnTo>
                <a:lnTo>
                  <a:pt x="15071116" y="499643"/>
                </a:lnTo>
                <a:lnTo>
                  <a:pt x="15082647" y="550049"/>
                </a:lnTo>
                <a:lnTo>
                  <a:pt x="15095385" y="600392"/>
                </a:lnTo>
                <a:lnTo>
                  <a:pt x="15109355" y="650633"/>
                </a:lnTo>
                <a:lnTo>
                  <a:pt x="15123376" y="697014"/>
                </a:lnTo>
                <a:lnTo>
                  <a:pt x="15138388" y="742886"/>
                </a:lnTo>
                <a:lnTo>
                  <a:pt x="15154351" y="788225"/>
                </a:lnTo>
                <a:lnTo>
                  <a:pt x="15171268" y="833018"/>
                </a:lnTo>
                <a:lnTo>
                  <a:pt x="15189124" y="877252"/>
                </a:lnTo>
                <a:lnTo>
                  <a:pt x="15207895" y="920940"/>
                </a:lnTo>
                <a:lnTo>
                  <a:pt x="15227580" y="964057"/>
                </a:lnTo>
                <a:lnTo>
                  <a:pt x="15248154" y="1006602"/>
                </a:lnTo>
                <a:lnTo>
                  <a:pt x="15269604" y="1048550"/>
                </a:lnTo>
                <a:lnTo>
                  <a:pt x="15291918" y="1089901"/>
                </a:lnTo>
                <a:lnTo>
                  <a:pt x="15315083" y="1130655"/>
                </a:lnTo>
                <a:lnTo>
                  <a:pt x="15339086" y="1170787"/>
                </a:lnTo>
                <a:lnTo>
                  <a:pt x="15363901" y="1210297"/>
                </a:lnTo>
                <a:lnTo>
                  <a:pt x="15389530" y="1249184"/>
                </a:lnTo>
                <a:lnTo>
                  <a:pt x="15415959" y="1287424"/>
                </a:lnTo>
                <a:lnTo>
                  <a:pt x="15443162" y="1325003"/>
                </a:lnTo>
                <a:lnTo>
                  <a:pt x="15471128" y="1361935"/>
                </a:lnTo>
                <a:lnTo>
                  <a:pt x="15499842" y="1398193"/>
                </a:lnTo>
                <a:lnTo>
                  <a:pt x="15529294" y="1433779"/>
                </a:lnTo>
                <a:lnTo>
                  <a:pt x="15559456" y="1468666"/>
                </a:lnTo>
                <a:lnTo>
                  <a:pt x="15590342" y="1502867"/>
                </a:lnTo>
                <a:lnTo>
                  <a:pt x="15621915" y="1536357"/>
                </a:lnTo>
                <a:lnTo>
                  <a:pt x="15654173" y="1569135"/>
                </a:lnTo>
                <a:lnTo>
                  <a:pt x="15687091" y="1601190"/>
                </a:lnTo>
                <a:lnTo>
                  <a:pt x="15720657" y="1632508"/>
                </a:lnTo>
                <a:lnTo>
                  <a:pt x="15754871" y="1663090"/>
                </a:lnTo>
                <a:lnTo>
                  <a:pt x="15789694" y="1692910"/>
                </a:lnTo>
                <a:lnTo>
                  <a:pt x="15825127" y="1721980"/>
                </a:lnTo>
                <a:lnTo>
                  <a:pt x="15861157" y="1750275"/>
                </a:lnTo>
                <a:lnTo>
                  <a:pt x="15897771" y="1777796"/>
                </a:lnTo>
                <a:lnTo>
                  <a:pt x="15934944" y="1804530"/>
                </a:lnTo>
                <a:lnTo>
                  <a:pt x="15972676" y="1830463"/>
                </a:lnTo>
                <a:lnTo>
                  <a:pt x="16010941" y="1855597"/>
                </a:lnTo>
                <a:lnTo>
                  <a:pt x="16049727" y="1879904"/>
                </a:lnTo>
                <a:lnTo>
                  <a:pt x="16089021" y="1903399"/>
                </a:lnTo>
                <a:lnTo>
                  <a:pt x="16128810" y="1926043"/>
                </a:lnTo>
                <a:lnTo>
                  <a:pt x="16169081" y="1947862"/>
                </a:lnTo>
                <a:lnTo>
                  <a:pt x="16209810" y="1968817"/>
                </a:lnTo>
                <a:lnTo>
                  <a:pt x="16251009" y="1988921"/>
                </a:lnTo>
                <a:lnTo>
                  <a:pt x="16292627" y="2008149"/>
                </a:lnTo>
                <a:lnTo>
                  <a:pt x="16334677" y="2026500"/>
                </a:lnTo>
                <a:lnTo>
                  <a:pt x="16336036" y="2027059"/>
                </a:lnTo>
                <a:lnTo>
                  <a:pt x="16377133" y="2043963"/>
                </a:lnTo>
                <a:lnTo>
                  <a:pt x="16419983" y="2060536"/>
                </a:lnTo>
                <a:lnTo>
                  <a:pt x="16463226" y="2076196"/>
                </a:lnTo>
                <a:lnTo>
                  <a:pt x="16506825" y="2090940"/>
                </a:lnTo>
                <a:lnTo>
                  <a:pt x="16550780" y="2104758"/>
                </a:lnTo>
                <a:lnTo>
                  <a:pt x="16595065" y="2117636"/>
                </a:lnTo>
                <a:lnTo>
                  <a:pt x="16639680" y="2129586"/>
                </a:lnTo>
                <a:lnTo>
                  <a:pt x="16684600" y="2140572"/>
                </a:lnTo>
                <a:lnTo>
                  <a:pt x="16729825" y="2150605"/>
                </a:lnTo>
                <a:lnTo>
                  <a:pt x="16775329" y="2159660"/>
                </a:lnTo>
                <a:lnTo>
                  <a:pt x="16821087" y="2167737"/>
                </a:lnTo>
                <a:lnTo>
                  <a:pt x="16867112" y="2174824"/>
                </a:lnTo>
                <a:lnTo>
                  <a:pt x="16913365" y="2180920"/>
                </a:lnTo>
                <a:lnTo>
                  <a:pt x="16959860" y="2186000"/>
                </a:lnTo>
                <a:lnTo>
                  <a:pt x="17006545" y="2190077"/>
                </a:lnTo>
                <a:lnTo>
                  <a:pt x="17053433" y="2193112"/>
                </a:lnTo>
                <a:lnTo>
                  <a:pt x="17100512" y="2195118"/>
                </a:lnTo>
                <a:lnTo>
                  <a:pt x="17147744" y="2196084"/>
                </a:lnTo>
                <a:lnTo>
                  <a:pt x="17195140" y="2196007"/>
                </a:lnTo>
                <a:lnTo>
                  <a:pt x="17242663" y="2194852"/>
                </a:lnTo>
                <a:lnTo>
                  <a:pt x="17290326" y="2192629"/>
                </a:lnTo>
                <a:lnTo>
                  <a:pt x="17338091" y="2189340"/>
                </a:lnTo>
                <a:lnTo>
                  <a:pt x="17385957" y="2184946"/>
                </a:lnTo>
                <a:lnTo>
                  <a:pt x="17433900" y="2179459"/>
                </a:lnTo>
                <a:lnTo>
                  <a:pt x="17481919" y="2172868"/>
                </a:lnTo>
                <a:lnTo>
                  <a:pt x="17533379" y="2164600"/>
                </a:lnTo>
                <a:lnTo>
                  <a:pt x="17584420" y="2155202"/>
                </a:lnTo>
                <a:lnTo>
                  <a:pt x="17635284" y="2144611"/>
                </a:lnTo>
                <a:lnTo>
                  <a:pt x="17685195" y="2133015"/>
                </a:lnTo>
                <a:lnTo>
                  <a:pt x="17702149" y="2128659"/>
                </a:lnTo>
                <a:lnTo>
                  <a:pt x="17702149" y="1171511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681130" y="721240"/>
            <a:ext cx="487045" cy="572770"/>
          </a:xfrm>
          <a:custGeom>
            <a:avLst/>
            <a:gdLst/>
            <a:ahLst/>
            <a:cxnLst/>
            <a:rect l="l" t="t" r="r" b="b"/>
            <a:pathLst>
              <a:path w="487044" h="572769">
                <a:moveTo>
                  <a:pt x="249659" y="572636"/>
                </a:moveTo>
                <a:lnTo>
                  <a:pt x="243630" y="572636"/>
                </a:lnTo>
                <a:lnTo>
                  <a:pt x="242217" y="568379"/>
                </a:lnTo>
                <a:lnTo>
                  <a:pt x="233628" y="541805"/>
                </a:lnTo>
                <a:lnTo>
                  <a:pt x="227314" y="521234"/>
                </a:lnTo>
                <a:lnTo>
                  <a:pt x="221703" y="502689"/>
                </a:lnTo>
                <a:lnTo>
                  <a:pt x="215222" y="482197"/>
                </a:lnTo>
                <a:lnTo>
                  <a:pt x="199992" y="439226"/>
                </a:lnTo>
                <a:lnTo>
                  <a:pt x="183020" y="403710"/>
                </a:lnTo>
                <a:lnTo>
                  <a:pt x="152433" y="364965"/>
                </a:lnTo>
                <a:lnTo>
                  <a:pt x="113025" y="337211"/>
                </a:lnTo>
                <a:lnTo>
                  <a:pt x="63804" y="313968"/>
                </a:lnTo>
                <a:lnTo>
                  <a:pt x="3777" y="288760"/>
                </a:lnTo>
                <a:lnTo>
                  <a:pt x="0" y="287131"/>
                </a:lnTo>
                <a:lnTo>
                  <a:pt x="38" y="281743"/>
                </a:lnTo>
                <a:lnTo>
                  <a:pt x="3848" y="280190"/>
                </a:lnTo>
                <a:lnTo>
                  <a:pt x="45983" y="263197"/>
                </a:lnTo>
                <a:lnTo>
                  <a:pt x="89484" y="244358"/>
                </a:lnTo>
                <a:lnTo>
                  <a:pt x="129982" y="222974"/>
                </a:lnTo>
                <a:lnTo>
                  <a:pt x="163107" y="198347"/>
                </a:lnTo>
                <a:lnTo>
                  <a:pt x="194728" y="150999"/>
                </a:lnTo>
                <a:lnTo>
                  <a:pt x="214342" y="96034"/>
                </a:lnTo>
                <a:lnTo>
                  <a:pt x="221334" y="75016"/>
                </a:lnTo>
                <a:lnTo>
                  <a:pt x="227504" y="56082"/>
                </a:lnTo>
                <a:lnTo>
                  <a:pt x="234037" y="34276"/>
                </a:lnTo>
                <a:lnTo>
                  <a:pt x="242118" y="4641"/>
                </a:lnTo>
                <a:lnTo>
                  <a:pt x="243337" y="0"/>
                </a:lnTo>
                <a:lnTo>
                  <a:pt x="249934" y="12"/>
                </a:lnTo>
                <a:lnTo>
                  <a:pt x="265542" y="57140"/>
                </a:lnTo>
                <a:lnTo>
                  <a:pt x="278942" y="96036"/>
                </a:lnTo>
                <a:lnTo>
                  <a:pt x="288768" y="123760"/>
                </a:lnTo>
                <a:lnTo>
                  <a:pt x="312245" y="176307"/>
                </a:lnTo>
                <a:lnTo>
                  <a:pt x="362359" y="223002"/>
                </a:lnTo>
                <a:lnTo>
                  <a:pt x="400683" y="244406"/>
                </a:lnTo>
                <a:lnTo>
                  <a:pt x="441867" y="263261"/>
                </a:lnTo>
                <a:lnTo>
                  <a:pt x="486395" y="281824"/>
                </a:lnTo>
                <a:lnTo>
                  <a:pt x="486462" y="287131"/>
                </a:lnTo>
                <a:lnTo>
                  <a:pt x="482746" y="288797"/>
                </a:lnTo>
                <a:lnTo>
                  <a:pt x="426535" y="313410"/>
                </a:lnTo>
                <a:lnTo>
                  <a:pt x="379316" y="336733"/>
                </a:lnTo>
                <a:lnTo>
                  <a:pt x="340692" y="364816"/>
                </a:lnTo>
                <a:lnTo>
                  <a:pt x="310267" y="403710"/>
                </a:lnTo>
                <a:lnTo>
                  <a:pt x="293294" y="439227"/>
                </a:lnTo>
                <a:lnTo>
                  <a:pt x="278065" y="482197"/>
                </a:lnTo>
                <a:lnTo>
                  <a:pt x="265973" y="521234"/>
                </a:lnTo>
                <a:lnTo>
                  <a:pt x="259659" y="541805"/>
                </a:lnTo>
                <a:lnTo>
                  <a:pt x="251070" y="568379"/>
                </a:lnTo>
                <a:lnTo>
                  <a:pt x="249659" y="572636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299245" y="1455928"/>
            <a:ext cx="487045" cy="572770"/>
          </a:xfrm>
          <a:custGeom>
            <a:avLst/>
            <a:gdLst/>
            <a:ahLst/>
            <a:cxnLst/>
            <a:rect l="l" t="t" r="r" b="b"/>
            <a:pathLst>
              <a:path w="487044" h="572769">
                <a:moveTo>
                  <a:pt x="249659" y="572636"/>
                </a:moveTo>
                <a:lnTo>
                  <a:pt x="243630" y="572636"/>
                </a:lnTo>
                <a:lnTo>
                  <a:pt x="242217" y="568379"/>
                </a:lnTo>
                <a:lnTo>
                  <a:pt x="233628" y="541805"/>
                </a:lnTo>
                <a:lnTo>
                  <a:pt x="227314" y="521234"/>
                </a:lnTo>
                <a:lnTo>
                  <a:pt x="221703" y="502689"/>
                </a:lnTo>
                <a:lnTo>
                  <a:pt x="215222" y="482197"/>
                </a:lnTo>
                <a:lnTo>
                  <a:pt x="199992" y="439226"/>
                </a:lnTo>
                <a:lnTo>
                  <a:pt x="183020" y="403710"/>
                </a:lnTo>
                <a:lnTo>
                  <a:pt x="152433" y="364965"/>
                </a:lnTo>
                <a:lnTo>
                  <a:pt x="113025" y="337211"/>
                </a:lnTo>
                <a:lnTo>
                  <a:pt x="63804" y="313968"/>
                </a:lnTo>
                <a:lnTo>
                  <a:pt x="3777" y="288760"/>
                </a:lnTo>
                <a:lnTo>
                  <a:pt x="0" y="287131"/>
                </a:lnTo>
                <a:lnTo>
                  <a:pt x="38" y="281743"/>
                </a:lnTo>
                <a:lnTo>
                  <a:pt x="3848" y="280190"/>
                </a:lnTo>
                <a:lnTo>
                  <a:pt x="45983" y="263197"/>
                </a:lnTo>
                <a:lnTo>
                  <a:pt x="89484" y="244358"/>
                </a:lnTo>
                <a:lnTo>
                  <a:pt x="129982" y="222974"/>
                </a:lnTo>
                <a:lnTo>
                  <a:pt x="163107" y="198347"/>
                </a:lnTo>
                <a:lnTo>
                  <a:pt x="194728" y="150999"/>
                </a:lnTo>
                <a:lnTo>
                  <a:pt x="214342" y="96034"/>
                </a:lnTo>
                <a:lnTo>
                  <a:pt x="221334" y="75016"/>
                </a:lnTo>
                <a:lnTo>
                  <a:pt x="227504" y="56082"/>
                </a:lnTo>
                <a:lnTo>
                  <a:pt x="234037" y="34276"/>
                </a:lnTo>
                <a:lnTo>
                  <a:pt x="242118" y="4641"/>
                </a:lnTo>
                <a:lnTo>
                  <a:pt x="243337" y="0"/>
                </a:lnTo>
                <a:lnTo>
                  <a:pt x="249934" y="12"/>
                </a:lnTo>
                <a:lnTo>
                  <a:pt x="265542" y="57140"/>
                </a:lnTo>
                <a:lnTo>
                  <a:pt x="278942" y="96036"/>
                </a:lnTo>
                <a:lnTo>
                  <a:pt x="288768" y="123760"/>
                </a:lnTo>
                <a:lnTo>
                  <a:pt x="312245" y="176307"/>
                </a:lnTo>
                <a:lnTo>
                  <a:pt x="362359" y="223002"/>
                </a:lnTo>
                <a:lnTo>
                  <a:pt x="400683" y="244406"/>
                </a:lnTo>
                <a:lnTo>
                  <a:pt x="441867" y="263261"/>
                </a:lnTo>
                <a:lnTo>
                  <a:pt x="486395" y="281824"/>
                </a:lnTo>
                <a:lnTo>
                  <a:pt x="486462" y="287131"/>
                </a:lnTo>
                <a:lnTo>
                  <a:pt x="482746" y="288797"/>
                </a:lnTo>
                <a:lnTo>
                  <a:pt x="426535" y="313410"/>
                </a:lnTo>
                <a:lnTo>
                  <a:pt x="379316" y="336733"/>
                </a:lnTo>
                <a:lnTo>
                  <a:pt x="340692" y="364816"/>
                </a:lnTo>
                <a:lnTo>
                  <a:pt x="310267" y="403710"/>
                </a:lnTo>
                <a:lnTo>
                  <a:pt x="293294" y="439227"/>
                </a:lnTo>
                <a:lnTo>
                  <a:pt x="278065" y="482197"/>
                </a:lnTo>
                <a:lnTo>
                  <a:pt x="265973" y="521234"/>
                </a:lnTo>
                <a:lnTo>
                  <a:pt x="259659" y="541805"/>
                </a:lnTo>
                <a:lnTo>
                  <a:pt x="251070" y="568379"/>
                </a:lnTo>
                <a:lnTo>
                  <a:pt x="249659" y="572636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607706" y="0"/>
            <a:ext cx="2680335" cy="2196465"/>
          </a:xfrm>
          <a:custGeom>
            <a:avLst/>
            <a:gdLst/>
            <a:ahLst/>
            <a:cxnLst/>
            <a:rect l="l" t="t" r="r" b="b"/>
            <a:pathLst>
              <a:path w="2680334" h="2196465">
                <a:moveTo>
                  <a:pt x="1314176" y="2027058"/>
                </a:moveTo>
                <a:lnTo>
                  <a:pt x="934339" y="308596"/>
                </a:lnTo>
                <a:lnTo>
                  <a:pt x="945395" y="355432"/>
                </a:lnTo>
                <a:lnTo>
                  <a:pt x="958081" y="401422"/>
                </a:lnTo>
                <a:lnTo>
                  <a:pt x="972359" y="446540"/>
                </a:lnTo>
                <a:lnTo>
                  <a:pt x="988191" y="490763"/>
                </a:lnTo>
                <a:lnTo>
                  <a:pt x="1005540" y="534067"/>
                </a:lnTo>
                <a:lnTo>
                  <a:pt x="1024368" y="576428"/>
                </a:lnTo>
                <a:lnTo>
                  <a:pt x="1044638" y="617821"/>
                </a:lnTo>
                <a:lnTo>
                  <a:pt x="1066312" y="658223"/>
                </a:lnTo>
                <a:lnTo>
                  <a:pt x="1089353" y="697610"/>
                </a:lnTo>
                <a:lnTo>
                  <a:pt x="1113723" y="735957"/>
                </a:lnTo>
                <a:lnTo>
                  <a:pt x="1139385" y="773240"/>
                </a:lnTo>
                <a:lnTo>
                  <a:pt x="1166301" y="809435"/>
                </a:lnTo>
                <a:lnTo>
                  <a:pt x="1194434" y="844519"/>
                </a:lnTo>
                <a:lnTo>
                  <a:pt x="1223745" y="878466"/>
                </a:lnTo>
                <a:lnTo>
                  <a:pt x="1254199" y="911253"/>
                </a:lnTo>
                <a:lnTo>
                  <a:pt x="1285756" y="942857"/>
                </a:lnTo>
                <a:lnTo>
                  <a:pt x="1318379" y="973251"/>
                </a:lnTo>
                <a:lnTo>
                  <a:pt x="1352032" y="1002414"/>
                </a:lnTo>
                <a:lnTo>
                  <a:pt x="1386676" y="1030320"/>
                </a:lnTo>
                <a:lnTo>
                  <a:pt x="1422274" y="1056945"/>
                </a:lnTo>
                <a:lnTo>
                  <a:pt x="1458789" y="1082266"/>
                </a:lnTo>
                <a:lnTo>
                  <a:pt x="1496182" y="1106258"/>
                </a:lnTo>
                <a:lnTo>
                  <a:pt x="1534417" y="1128898"/>
                </a:lnTo>
                <a:lnTo>
                  <a:pt x="1573455" y="1150160"/>
                </a:lnTo>
                <a:lnTo>
                  <a:pt x="1613260" y="1170021"/>
                </a:lnTo>
                <a:lnTo>
                  <a:pt x="1653793" y="1188457"/>
                </a:lnTo>
                <a:lnTo>
                  <a:pt x="1695018" y="1205444"/>
                </a:lnTo>
                <a:lnTo>
                  <a:pt x="1736896" y="1220958"/>
                </a:lnTo>
                <a:lnTo>
                  <a:pt x="1779391" y="1234974"/>
                </a:lnTo>
                <a:lnTo>
                  <a:pt x="1822562" y="1247493"/>
                </a:lnTo>
                <a:lnTo>
                  <a:pt x="1866079" y="1258418"/>
                </a:lnTo>
                <a:lnTo>
                  <a:pt x="1910197" y="1267798"/>
                </a:lnTo>
                <a:lnTo>
                  <a:pt x="1954781" y="1275583"/>
                </a:lnTo>
                <a:lnTo>
                  <a:pt x="1999793" y="1281751"/>
                </a:lnTo>
                <a:lnTo>
                  <a:pt x="2045197" y="1286277"/>
                </a:lnTo>
                <a:lnTo>
                  <a:pt x="2090954" y="1289137"/>
                </a:lnTo>
                <a:lnTo>
                  <a:pt x="2137027" y="1290307"/>
                </a:lnTo>
                <a:lnTo>
                  <a:pt x="2183378" y="1289762"/>
                </a:lnTo>
                <a:lnTo>
                  <a:pt x="2229971" y="1287479"/>
                </a:lnTo>
                <a:lnTo>
                  <a:pt x="2276766" y="1283434"/>
                </a:lnTo>
                <a:lnTo>
                  <a:pt x="2323728" y="1277602"/>
                </a:lnTo>
                <a:lnTo>
                  <a:pt x="2370818" y="1269960"/>
                </a:lnTo>
                <a:lnTo>
                  <a:pt x="2417744" y="1260534"/>
                </a:lnTo>
                <a:lnTo>
                  <a:pt x="2465233" y="1249147"/>
                </a:lnTo>
                <a:lnTo>
                  <a:pt x="2513027" y="1235729"/>
                </a:lnTo>
                <a:lnTo>
                  <a:pt x="2560041" y="1220512"/>
                </a:lnTo>
                <a:lnTo>
                  <a:pt x="2606253" y="1203507"/>
                </a:lnTo>
                <a:lnTo>
                  <a:pt x="2651638" y="1184723"/>
                </a:lnTo>
                <a:lnTo>
                  <a:pt x="2680293" y="1171501"/>
                </a:lnTo>
                <a:lnTo>
                  <a:pt x="2680293" y="2128648"/>
                </a:lnTo>
                <a:lnTo>
                  <a:pt x="2613420" y="2144609"/>
                </a:lnTo>
                <a:lnTo>
                  <a:pt x="2566312" y="2154417"/>
                </a:lnTo>
                <a:lnTo>
                  <a:pt x="2511516" y="2164596"/>
                </a:lnTo>
                <a:lnTo>
                  <a:pt x="2460051" y="2172857"/>
                </a:lnTo>
                <a:lnTo>
                  <a:pt x="2412037" y="2179451"/>
                </a:lnTo>
                <a:lnTo>
                  <a:pt x="2364092" y="2184939"/>
                </a:lnTo>
                <a:lnTo>
                  <a:pt x="2316229" y="2189328"/>
                </a:lnTo>
                <a:lnTo>
                  <a:pt x="2268463" y="2192628"/>
                </a:lnTo>
                <a:lnTo>
                  <a:pt x="2220807" y="2194847"/>
                </a:lnTo>
                <a:lnTo>
                  <a:pt x="2173276" y="2195996"/>
                </a:lnTo>
                <a:lnTo>
                  <a:pt x="2125884" y="2196083"/>
                </a:lnTo>
                <a:lnTo>
                  <a:pt x="2078645" y="2195118"/>
                </a:lnTo>
                <a:lnTo>
                  <a:pt x="2031574" y="2193108"/>
                </a:lnTo>
                <a:lnTo>
                  <a:pt x="1984684" y="2190065"/>
                </a:lnTo>
                <a:lnTo>
                  <a:pt x="1937991" y="2185996"/>
                </a:lnTo>
                <a:lnTo>
                  <a:pt x="1891508" y="2180911"/>
                </a:lnTo>
                <a:lnTo>
                  <a:pt x="1845249" y="2174819"/>
                </a:lnTo>
                <a:lnTo>
                  <a:pt x="1799228" y="2167730"/>
                </a:lnTo>
                <a:lnTo>
                  <a:pt x="1753461" y="2159651"/>
                </a:lnTo>
                <a:lnTo>
                  <a:pt x="1707960" y="2150593"/>
                </a:lnTo>
                <a:lnTo>
                  <a:pt x="1662741" y="2140565"/>
                </a:lnTo>
                <a:lnTo>
                  <a:pt x="1617817" y="2129575"/>
                </a:lnTo>
                <a:lnTo>
                  <a:pt x="1573202" y="2117633"/>
                </a:lnTo>
                <a:lnTo>
                  <a:pt x="1528912" y="2104749"/>
                </a:lnTo>
                <a:lnTo>
                  <a:pt x="1484960" y="2090930"/>
                </a:lnTo>
                <a:lnTo>
                  <a:pt x="1441359" y="2076186"/>
                </a:lnTo>
                <a:lnTo>
                  <a:pt x="1398126" y="2060527"/>
                </a:lnTo>
                <a:lnTo>
                  <a:pt x="1355273" y="2043961"/>
                </a:lnTo>
                <a:lnTo>
                  <a:pt x="1314176" y="2027058"/>
                </a:lnTo>
                <a:close/>
              </a:path>
              <a:path w="2680334" h="2196465">
                <a:moveTo>
                  <a:pt x="49249" y="499637"/>
                </a:moveTo>
                <a:lnTo>
                  <a:pt x="38927" y="449155"/>
                </a:lnTo>
                <a:lnTo>
                  <a:pt x="29818" y="398612"/>
                </a:lnTo>
                <a:lnTo>
                  <a:pt x="21920" y="348018"/>
                </a:lnTo>
                <a:lnTo>
                  <a:pt x="15235" y="297380"/>
                </a:lnTo>
                <a:lnTo>
                  <a:pt x="9763" y="246708"/>
                </a:lnTo>
                <a:lnTo>
                  <a:pt x="5503" y="196012"/>
                </a:lnTo>
                <a:lnTo>
                  <a:pt x="2456" y="145300"/>
                </a:lnTo>
                <a:lnTo>
                  <a:pt x="621" y="94582"/>
                </a:lnTo>
                <a:lnTo>
                  <a:pt x="0" y="43867"/>
                </a:lnTo>
                <a:lnTo>
                  <a:pt x="511" y="0"/>
                </a:lnTo>
                <a:lnTo>
                  <a:pt x="906589" y="0"/>
                </a:lnTo>
                <a:lnTo>
                  <a:pt x="905930" y="15438"/>
                </a:lnTo>
                <a:lnTo>
                  <a:pt x="905804" y="64527"/>
                </a:lnTo>
                <a:lnTo>
                  <a:pt x="907643" y="113646"/>
                </a:lnTo>
                <a:lnTo>
                  <a:pt x="911446" y="162770"/>
                </a:lnTo>
                <a:lnTo>
                  <a:pt x="917215" y="211876"/>
                </a:lnTo>
                <a:lnTo>
                  <a:pt x="924949" y="260937"/>
                </a:lnTo>
                <a:lnTo>
                  <a:pt x="934339" y="308596"/>
                </a:lnTo>
                <a:lnTo>
                  <a:pt x="1314176" y="2027058"/>
                </a:lnTo>
                <a:lnTo>
                  <a:pt x="1312815" y="2026498"/>
                </a:lnTo>
                <a:lnTo>
                  <a:pt x="1270766" y="2008147"/>
                </a:lnTo>
                <a:lnTo>
                  <a:pt x="1229141" y="1988917"/>
                </a:lnTo>
                <a:lnTo>
                  <a:pt x="1187953" y="1968817"/>
                </a:lnTo>
                <a:lnTo>
                  <a:pt x="1147217" y="1947855"/>
                </a:lnTo>
                <a:lnTo>
                  <a:pt x="1106947" y="1926043"/>
                </a:lnTo>
                <a:lnTo>
                  <a:pt x="1067157" y="1903387"/>
                </a:lnTo>
                <a:lnTo>
                  <a:pt x="1027862" y="1879899"/>
                </a:lnTo>
                <a:lnTo>
                  <a:pt x="989075" y="1855586"/>
                </a:lnTo>
                <a:lnTo>
                  <a:pt x="950811" y="1830457"/>
                </a:lnTo>
                <a:lnTo>
                  <a:pt x="913084" y="1804523"/>
                </a:lnTo>
                <a:lnTo>
                  <a:pt x="875908" y="1777792"/>
                </a:lnTo>
                <a:lnTo>
                  <a:pt x="839298" y="1750273"/>
                </a:lnTo>
                <a:lnTo>
                  <a:pt x="803268" y="1721976"/>
                </a:lnTo>
                <a:lnTo>
                  <a:pt x="767831" y="1692909"/>
                </a:lnTo>
                <a:lnTo>
                  <a:pt x="733003" y="1663082"/>
                </a:lnTo>
                <a:lnTo>
                  <a:pt x="698797" y="1632503"/>
                </a:lnTo>
                <a:lnTo>
                  <a:pt x="665228" y="1601183"/>
                </a:lnTo>
                <a:lnTo>
                  <a:pt x="632309" y="1569130"/>
                </a:lnTo>
                <a:lnTo>
                  <a:pt x="600055" y="1536352"/>
                </a:lnTo>
                <a:lnTo>
                  <a:pt x="568481" y="1502861"/>
                </a:lnTo>
                <a:lnTo>
                  <a:pt x="537600" y="1468663"/>
                </a:lnTo>
                <a:lnTo>
                  <a:pt x="507426" y="1433769"/>
                </a:lnTo>
                <a:lnTo>
                  <a:pt x="477975" y="1398188"/>
                </a:lnTo>
                <a:lnTo>
                  <a:pt x="449259" y="1361929"/>
                </a:lnTo>
                <a:lnTo>
                  <a:pt x="421294" y="1325001"/>
                </a:lnTo>
                <a:lnTo>
                  <a:pt x="394093" y="1287413"/>
                </a:lnTo>
                <a:lnTo>
                  <a:pt x="367671" y="1249175"/>
                </a:lnTo>
                <a:lnTo>
                  <a:pt x="342042" y="1210294"/>
                </a:lnTo>
                <a:lnTo>
                  <a:pt x="317220" y="1170782"/>
                </a:lnTo>
                <a:lnTo>
                  <a:pt x="293220" y="1130646"/>
                </a:lnTo>
                <a:lnTo>
                  <a:pt x="270055" y="1089895"/>
                </a:lnTo>
                <a:lnTo>
                  <a:pt x="247739" y="1048540"/>
                </a:lnTo>
                <a:lnTo>
                  <a:pt x="226288" y="1006589"/>
                </a:lnTo>
                <a:lnTo>
                  <a:pt x="205715" y="964051"/>
                </a:lnTo>
                <a:lnTo>
                  <a:pt x="186034" y="920935"/>
                </a:lnTo>
                <a:lnTo>
                  <a:pt x="167260" y="877251"/>
                </a:lnTo>
                <a:lnTo>
                  <a:pt x="149407" y="833008"/>
                </a:lnTo>
                <a:lnTo>
                  <a:pt x="132489" y="788214"/>
                </a:lnTo>
                <a:lnTo>
                  <a:pt x="116520" y="742879"/>
                </a:lnTo>
                <a:lnTo>
                  <a:pt x="101514" y="697013"/>
                </a:lnTo>
                <a:lnTo>
                  <a:pt x="87487" y="650623"/>
                </a:lnTo>
                <a:lnTo>
                  <a:pt x="73529" y="600380"/>
                </a:lnTo>
                <a:lnTo>
                  <a:pt x="60783" y="550048"/>
                </a:lnTo>
                <a:lnTo>
                  <a:pt x="49249" y="499637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0" y="3645229"/>
            <a:ext cx="18288000" cy="6642100"/>
            <a:chOff x="0" y="3645229"/>
            <a:chExt cx="18288000" cy="66421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2882" y="3645229"/>
              <a:ext cx="13255117" cy="269839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474504"/>
              <a:ext cx="15451694" cy="381249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509686" y="3668721"/>
            <a:ext cx="17474565" cy="5059680"/>
          </a:xfrm>
          <a:prstGeom prst="rect">
            <a:avLst/>
          </a:prstGeom>
        </p:spPr>
        <p:txBody>
          <a:bodyPr wrap="square" lIns="0" tIns="250190" rIns="0" bIns="0" rtlCol="0" vert="horz">
            <a:spAutoFit/>
          </a:bodyPr>
          <a:lstStyle/>
          <a:p>
            <a:pPr marL="5448300">
              <a:lnSpc>
                <a:spcPct val="100000"/>
              </a:lnSpc>
              <a:spcBef>
                <a:spcPts val="1970"/>
              </a:spcBef>
            </a:pPr>
            <a:r>
              <a:rPr dirty="0" sz="3300" spc="-10" b="1">
                <a:solidFill>
                  <a:srgbClr val="FFFFFF"/>
                </a:solidFill>
                <a:latin typeface="Trebuchet MS"/>
                <a:cs typeface="Trebuchet MS"/>
              </a:rPr>
              <a:t>Conclusions:</a:t>
            </a:r>
            <a:endParaRPr sz="3300">
              <a:latin typeface="Trebuchet MS"/>
              <a:cs typeface="Trebuchet MS"/>
            </a:endParaRPr>
          </a:p>
          <a:p>
            <a:pPr marL="5466080">
              <a:lnSpc>
                <a:spcPct val="100000"/>
              </a:lnSpc>
              <a:spcBef>
                <a:spcPts val="1415"/>
              </a:spcBef>
            </a:pPr>
            <a:r>
              <a:rPr dirty="0" sz="2500" spc="-85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2500" spc="-85" b="1">
                <a:solidFill>
                  <a:srgbClr val="FFFFFF"/>
                </a:solidFill>
                <a:latin typeface="Trebuchet MS"/>
                <a:cs typeface="Trebuchet MS"/>
              </a:rPr>
              <a:t>he</a:t>
            </a:r>
            <a:r>
              <a:rPr dirty="0" sz="25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40" b="1">
                <a:solidFill>
                  <a:srgbClr val="FFFFFF"/>
                </a:solidFill>
                <a:latin typeface="Trebuchet MS"/>
                <a:cs typeface="Trebuchet MS"/>
              </a:rPr>
              <a:t>average</a:t>
            </a:r>
            <a:r>
              <a:rPr dirty="0" sz="25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35" b="1">
                <a:solidFill>
                  <a:srgbClr val="FFFFFF"/>
                </a:solidFill>
                <a:latin typeface="Trebuchet MS"/>
                <a:cs typeface="Trebuchet MS"/>
              </a:rPr>
              <a:t>cashier's</a:t>
            </a:r>
            <a:r>
              <a:rPr dirty="0" sz="25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40" b="1">
                <a:solidFill>
                  <a:srgbClr val="FFFFFF"/>
                </a:solidFill>
                <a:latin typeface="Trebuchet MS"/>
                <a:cs typeface="Trebuchet MS"/>
              </a:rPr>
              <a:t>handling</a:t>
            </a:r>
            <a:r>
              <a:rPr dirty="0" sz="25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90" b="1">
                <a:solidFill>
                  <a:srgbClr val="FFFFFF"/>
                </a:solidFill>
                <a:latin typeface="Trebuchet MS"/>
                <a:cs typeface="Trebuchet MS"/>
              </a:rPr>
              <a:t>time</a:t>
            </a:r>
            <a:r>
              <a:rPr dirty="0" sz="25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110" b="1">
                <a:solidFill>
                  <a:srgbClr val="FFFFFF"/>
                </a:solidFill>
                <a:latin typeface="Trebuchet MS"/>
                <a:cs typeface="Trebuchet MS"/>
              </a:rPr>
              <a:t>per</a:t>
            </a:r>
            <a:r>
              <a:rPr dirty="0" sz="25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40" b="1">
                <a:solidFill>
                  <a:srgbClr val="FFFFFF"/>
                </a:solidFill>
                <a:latin typeface="Trebuchet MS"/>
                <a:cs typeface="Trebuchet MS"/>
              </a:rPr>
              <a:t>customer</a:t>
            </a:r>
            <a:r>
              <a:rPr dirty="0" sz="25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55" b="1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25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90" b="1">
                <a:solidFill>
                  <a:srgbClr val="FFFFFF"/>
                </a:solidFill>
                <a:latin typeface="Trebuchet MS"/>
                <a:cs typeface="Trebuchet MS"/>
              </a:rPr>
              <a:t>1.5</a:t>
            </a:r>
            <a:r>
              <a:rPr dirty="0" sz="25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90" b="1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25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80" b="1">
                <a:solidFill>
                  <a:srgbClr val="FFFFFF"/>
                </a:solidFill>
                <a:latin typeface="Trebuchet MS"/>
                <a:cs typeface="Trebuchet MS"/>
              </a:rPr>
              <a:t>1.25</a:t>
            </a:r>
            <a:r>
              <a:rPr dirty="0" sz="25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00" spc="-10" b="1">
                <a:solidFill>
                  <a:srgbClr val="FFFFFF"/>
                </a:solidFill>
                <a:latin typeface="Trebuchet MS"/>
                <a:cs typeface="Trebuchet MS"/>
              </a:rPr>
              <a:t>minutes.</a:t>
            </a:r>
            <a:endParaRPr sz="2500">
              <a:latin typeface="Trebuchet MS"/>
              <a:cs typeface="Trebuchet MS"/>
            </a:endParaRPr>
          </a:p>
          <a:p>
            <a:pPr marL="5487670" marR="5080">
              <a:lnSpc>
                <a:spcPct val="139400"/>
              </a:lnSpc>
              <a:spcBef>
                <a:spcPts val="20"/>
              </a:spcBef>
            </a:pPr>
            <a:r>
              <a:rPr dirty="0" sz="2600" spc="-114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2600" spc="-114" b="1">
                <a:solidFill>
                  <a:srgbClr val="FFFFFF"/>
                </a:solidFill>
                <a:latin typeface="Trebuchet MS"/>
                <a:cs typeface="Trebuchet MS"/>
              </a:rPr>
              <a:t>here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100" b="1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75" b="1">
                <a:solidFill>
                  <a:srgbClr val="FFFFFF"/>
                </a:solidFill>
                <a:latin typeface="Trebuchet MS"/>
                <a:cs typeface="Trebuchet MS"/>
              </a:rPr>
              <a:t>gaps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100" b="1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60" b="1">
                <a:solidFill>
                  <a:srgbClr val="FFFFFF"/>
                </a:solidFill>
                <a:latin typeface="Trebuchet MS"/>
                <a:cs typeface="Trebuchet MS"/>
              </a:rPr>
              <a:t>peak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rebuchet MS"/>
                <a:cs typeface="Trebuchet MS"/>
              </a:rPr>
              <a:t>versus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rebuchet MS"/>
                <a:cs typeface="Trebuchet MS"/>
              </a:rPr>
              <a:t>off-</a:t>
            </a:r>
            <a:r>
              <a:rPr dirty="0" sz="2600" spc="-60" b="1">
                <a:solidFill>
                  <a:srgbClr val="FFFFFF"/>
                </a:solidFill>
                <a:latin typeface="Trebuchet MS"/>
                <a:cs typeface="Trebuchet MS"/>
              </a:rPr>
              <a:t>peak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85" b="1">
                <a:solidFill>
                  <a:srgbClr val="FFFFFF"/>
                </a:solidFill>
                <a:latin typeface="Trebuchet MS"/>
                <a:cs typeface="Trebuchet MS"/>
              </a:rPr>
              <a:t>times,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114" b="1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130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95" b="1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6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Trebuchet MS"/>
                <a:cs typeface="Trebuchet MS"/>
              </a:rPr>
              <a:t>customers </a:t>
            </a:r>
            <a:r>
              <a:rPr dirty="0" sz="2600" spc="-55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6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130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6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95" b="1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r>
              <a:rPr dirty="0" sz="26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6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rebuchet MS"/>
                <a:cs typeface="Trebuchet MS"/>
              </a:rPr>
              <a:t>cash</a:t>
            </a:r>
            <a:r>
              <a:rPr dirty="0" sz="26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25" b="1">
                <a:solidFill>
                  <a:srgbClr val="FFFFFF"/>
                </a:solidFill>
                <a:latin typeface="Trebuchet MS"/>
                <a:cs typeface="Trebuchet MS"/>
              </a:rPr>
              <a:t>registers</a:t>
            </a:r>
            <a:r>
              <a:rPr dirty="0" sz="26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Trebuchet MS"/>
                <a:cs typeface="Trebuchet MS"/>
              </a:rPr>
              <a:t>available.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600">
              <a:latin typeface="Trebuchet MS"/>
              <a:cs typeface="Trebuchet MS"/>
            </a:endParaRPr>
          </a:p>
          <a:p>
            <a:pPr marL="202565">
              <a:lnSpc>
                <a:spcPct val="100000"/>
              </a:lnSpc>
              <a:spcBef>
                <a:spcPts val="5"/>
              </a:spcBef>
            </a:pPr>
            <a:r>
              <a:rPr dirty="0" sz="3200" spc="-10" b="1">
                <a:solidFill>
                  <a:srgbClr val="FFFFFF"/>
                </a:solidFill>
                <a:latin typeface="Trebuchet MS"/>
                <a:cs typeface="Trebuchet MS"/>
              </a:rPr>
              <a:t>Recommendations:</a:t>
            </a:r>
            <a:endParaRPr sz="3200">
              <a:latin typeface="Trebuchet MS"/>
              <a:cs typeface="Trebuchet MS"/>
            </a:endParaRPr>
          </a:p>
          <a:p>
            <a:pPr algn="just" marL="12700" marR="3180715">
              <a:lnSpc>
                <a:spcPct val="140600"/>
              </a:lnSpc>
              <a:spcBef>
                <a:spcPts val="365"/>
              </a:spcBef>
            </a:pPr>
            <a:r>
              <a:rPr dirty="0" sz="2400" spc="-35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2400" spc="-35" b="1">
                <a:solidFill>
                  <a:srgbClr val="FFFFFF"/>
                </a:solidFill>
                <a:latin typeface="Trebuchet MS"/>
                <a:cs typeface="Trebuchet MS"/>
              </a:rPr>
              <a:t>ntroducing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20" b="1">
                <a:solidFill>
                  <a:srgbClr val="FFFFFF"/>
                </a:solidFill>
                <a:latin typeface="Trebuchet MS"/>
                <a:cs typeface="Trebuchet MS"/>
              </a:rPr>
              <a:t>self-</a:t>
            </a:r>
            <a:r>
              <a:rPr dirty="0" sz="2400" spc="-25" b="1">
                <a:solidFill>
                  <a:srgbClr val="FFFFFF"/>
                </a:solidFill>
                <a:latin typeface="Trebuchet MS"/>
                <a:cs typeface="Trebuchet MS"/>
              </a:rPr>
              <a:t>service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rebuchet MS"/>
                <a:cs typeface="Trebuchet MS"/>
              </a:rPr>
              <a:t>checkouts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0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5" b="1">
                <a:solidFill>
                  <a:srgbClr val="FFFFFF"/>
                </a:solidFill>
                <a:latin typeface="Trebuchet MS"/>
                <a:cs typeface="Trebuchet MS"/>
              </a:rPr>
              <a:t>Scan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5" b="1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" b="1">
                <a:solidFill>
                  <a:srgbClr val="FFFFFF"/>
                </a:solidFill>
                <a:latin typeface="Trebuchet MS"/>
                <a:cs typeface="Trebuchet MS"/>
              </a:rPr>
              <a:t>Go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0" b="1">
                <a:solidFill>
                  <a:srgbClr val="FFFFFF"/>
                </a:solidFill>
                <a:latin typeface="Trebuchet MS"/>
                <a:cs typeface="Trebuchet MS"/>
              </a:rPr>
              <a:t>app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rebuchet MS"/>
                <a:cs typeface="Trebuchet MS"/>
              </a:rPr>
              <a:t>make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5" b="1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Trebuchet MS"/>
                <a:cs typeface="Trebuchet MS"/>
              </a:rPr>
              <a:t>possible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85" b="1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0" b="1">
                <a:solidFill>
                  <a:srgbClr val="FFFFFF"/>
                </a:solidFill>
                <a:latin typeface="Trebuchet MS"/>
                <a:cs typeface="Trebuchet MS"/>
              </a:rPr>
              <a:t>cope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00" b="1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5" b="1">
                <a:solidFill>
                  <a:srgbClr val="FFFFFF"/>
                </a:solidFill>
                <a:latin typeface="Trebuchet MS"/>
                <a:cs typeface="Trebuchet MS"/>
              </a:rPr>
              <a:t>high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0" b="1">
                <a:solidFill>
                  <a:srgbClr val="FFFFFF"/>
                </a:solidFill>
                <a:latin typeface="Trebuchet MS"/>
                <a:cs typeface="Trebuchet MS"/>
              </a:rPr>
              <a:t>load.</a:t>
            </a:r>
            <a:r>
              <a:rPr dirty="0" sz="240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Trebuchet MS"/>
                <a:cs typeface="Trebuchet MS"/>
              </a:rPr>
              <a:t>During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Trebuchet MS"/>
                <a:cs typeface="Trebuchet MS"/>
              </a:rPr>
              <a:t>off-</a:t>
            </a:r>
            <a:r>
              <a:rPr dirty="0" sz="2400" spc="-35" b="1">
                <a:solidFill>
                  <a:srgbClr val="FFFFFF"/>
                </a:solidFill>
                <a:latin typeface="Trebuchet MS"/>
                <a:cs typeface="Trebuchet MS"/>
              </a:rPr>
              <a:t>peak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Trebuchet MS"/>
                <a:cs typeface="Trebuchet MS"/>
              </a:rPr>
              <a:t>hours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85" b="1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55" b="1">
                <a:solidFill>
                  <a:srgbClr val="FFFFFF"/>
                </a:solidFill>
                <a:latin typeface="Trebuchet MS"/>
                <a:cs typeface="Trebuchet MS"/>
              </a:rPr>
              <a:t>preventing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5" b="1">
                <a:solidFill>
                  <a:srgbClr val="FFFFFF"/>
                </a:solidFill>
                <a:latin typeface="Trebuchet MS"/>
                <a:cs typeface="Trebuchet MS"/>
              </a:rPr>
              <a:t>"hidden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0" b="1">
                <a:solidFill>
                  <a:srgbClr val="FFFFFF"/>
                </a:solidFill>
                <a:latin typeface="Trebuchet MS"/>
                <a:cs typeface="Trebuchet MS"/>
              </a:rPr>
              <a:t>unemployment"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5" b="1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5" b="1">
                <a:solidFill>
                  <a:srgbClr val="FFFFFF"/>
                </a:solidFill>
                <a:latin typeface="Trebuchet MS"/>
                <a:cs typeface="Trebuchet MS"/>
              </a:rPr>
              <a:t>cashiers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35" b="1">
                <a:solidFill>
                  <a:srgbClr val="FFFFFF"/>
                </a:solidFill>
                <a:latin typeface="Trebuchet MS"/>
                <a:cs typeface="Trebuchet MS"/>
              </a:rPr>
              <a:t>(reducing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" b="1">
                <a:solidFill>
                  <a:srgbClr val="FFFFFF"/>
                </a:solidFill>
                <a:latin typeface="Trebuchet MS"/>
                <a:cs typeface="Trebuchet MS"/>
              </a:rPr>
              <a:t>shifts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70" b="1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0" b="1">
                <a:solidFill>
                  <a:srgbClr val="FFFFFF"/>
                </a:solidFill>
                <a:latin typeface="Trebuchet MS"/>
                <a:cs typeface="Trebuchet MS"/>
              </a:rPr>
              <a:t>efficient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20" b="1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dirty="0" sz="240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15" b="1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2400" spc="-1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-65" b="1">
                <a:solidFill>
                  <a:srgbClr val="FFFFFF"/>
                </a:solidFill>
                <a:latin typeface="Trebuchet MS"/>
                <a:cs typeface="Trebuchet MS"/>
              </a:rPr>
              <a:t>manpower).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951576"/>
            <a:ext cx="5035477" cy="35052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923167" y="324364"/>
            <a:ext cx="10441940" cy="726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00" spc="-130"/>
              <a:t>Optimization</a:t>
            </a:r>
            <a:r>
              <a:rPr dirty="0" sz="4600" spc="-215"/>
              <a:t> </a:t>
            </a:r>
            <a:r>
              <a:rPr dirty="0" sz="4600"/>
              <a:t>of</a:t>
            </a:r>
            <a:r>
              <a:rPr dirty="0" sz="4600" spc="-215"/>
              <a:t> </a:t>
            </a:r>
            <a:r>
              <a:rPr dirty="0" sz="4600" spc="-110"/>
              <a:t>supermarket</a:t>
            </a:r>
            <a:r>
              <a:rPr dirty="0" sz="4600" spc="-215"/>
              <a:t> </a:t>
            </a:r>
            <a:r>
              <a:rPr dirty="0" sz="4600" spc="-10"/>
              <a:t>checkouts</a:t>
            </a:r>
            <a:endParaRPr sz="4600"/>
          </a:p>
        </p:txBody>
      </p:sp>
      <p:sp>
        <p:nvSpPr>
          <p:cNvPr id="11" name="object 11" descr=""/>
          <p:cNvSpPr txBox="1"/>
          <p:nvPr/>
        </p:nvSpPr>
        <p:spPr>
          <a:xfrm>
            <a:off x="981538" y="1127607"/>
            <a:ext cx="15475585" cy="1579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35330">
              <a:lnSpc>
                <a:spcPct val="100000"/>
              </a:lnSpc>
              <a:spcBef>
                <a:spcPts val="100"/>
              </a:spcBef>
            </a:pPr>
            <a:r>
              <a:rPr dirty="0" sz="3600" spc="-85" b="1">
                <a:latin typeface="Trebuchet MS"/>
                <a:cs typeface="Trebuchet MS"/>
              </a:rPr>
              <a:t>recommendation</a:t>
            </a:r>
            <a:r>
              <a:rPr dirty="0" sz="3600" spc="-150" b="1">
                <a:latin typeface="Trebuchet MS"/>
                <a:cs typeface="Trebuchet MS"/>
              </a:rPr>
              <a:t> </a:t>
            </a:r>
            <a:r>
              <a:rPr dirty="0" sz="3600" spc="-100" b="1">
                <a:latin typeface="Trebuchet MS"/>
                <a:cs typeface="Trebuchet MS"/>
              </a:rPr>
              <a:t>for</a:t>
            </a:r>
            <a:r>
              <a:rPr dirty="0" sz="3600" spc="-150" b="1">
                <a:latin typeface="Trebuchet MS"/>
                <a:cs typeface="Trebuchet MS"/>
              </a:rPr>
              <a:t> further </a:t>
            </a:r>
            <a:r>
              <a:rPr dirty="0" sz="3600" spc="-10" b="1">
                <a:latin typeface="Trebuchet MS"/>
                <a:cs typeface="Trebuchet MS"/>
              </a:rPr>
              <a:t>development</a:t>
            </a:r>
            <a:endParaRPr sz="3600">
              <a:latin typeface="Trebuchet MS"/>
              <a:cs typeface="Trebuchet MS"/>
            </a:endParaRPr>
          </a:p>
          <a:p>
            <a:pPr marL="5040630" marR="5080" indent="-5028565">
              <a:lnSpc>
                <a:spcPct val="116100"/>
              </a:lnSpc>
              <a:spcBef>
                <a:spcPts val="2060"/>
              </a:spcBef>
            </a:pPr>
            <a:r>
              <a:rPr dirty="0" sz="2100" b="1">
                <a:latin typeface="Trebuchet MS"/>
                <a:cs typeface="Trebuchet MS"/>
              </a:rPr>
              <a:t>Gap</a:t>
            </a:r>
            <a:r>
              <a:rPr dirty="0" sz="2100" spc="-90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Analysis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65" b="1">
                <a:latin typeface="Trebuchet MS"/>
                <a:cs typeface="Trebuchet MS"/>
              </a:rPr>
              <a:t>-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25" b="1">
                <a:latin typeface="Trebuchet MS"/>
                <a:cs typeface="Trebuchet MS"/>
              </a:rPr>
              <a:t>Calculating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60" b="1">
                <a:latin typeface="Trebuchet MS"/>
                <a:cs typeface="Trebuchet MS"/>
              </a:rPr>
              <a:t>gaps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70" b="1">
                <a:latin typeface="Trebuchet MS"/>
                <a:cs typeface="Trebuchet MS"/>
              </a:rPr>
              <a:t>in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105" b="1">
                <a:latin typeface="Trebuchet MS"/>
                <a:cs typeface="Trebuchet MS"/>
              </a:rPr>
              <a:t>the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65" b="1">
                <a:latin typeface="Trebuchet MS"/>
                <a:cs typeface="Trebuchet MS"/>
              </a:rPr>
              <a:t>number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of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45" b="1">
                <a:latin typeface="Trebuchet MS"/>
                <a:cs typeface="Trebuchet MS"/>
              </a:rPr>
              <a:t>available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30" b="1">
                <a:latin typeface="Trebuchet MS"/>
                <a:cs typeface="Trebuchet MS"/>
              </a:rPr>
              <a:t>checkouts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versus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105" b="1">
                <a:latin typeface="Trebuchet MS"/>
                <a:cs typeface="Trebuchet MS"/>
              </a:rPr>
              <a:t>the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30" b="1">
                <a:latin typeface="Trebuchet MS"/>
                <a:cs typeface="Trebuchet MS"/>
              </a:rPr>
              <a:t>average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35" b="1">
                <a:latin typeface="Trebuchet MS"/>
                <a:cs typeface="Trebuchet MS"/>
              </a:rPr>
              <a:t>load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65" b="1">
                <a:latin typeface="Trebuchet MS"/>
                <a:cs typeface="Trebuchet MS"/>
              </a:rPr>
              <a:t>at</a:t>
            </a:r>
            <a:r>
              <a:rPr dirty="0" sz="2100" spc="-90" b="1">
                <a:latin typeface="Trebuchet MS"/>
                <a:cs typeface="Trebuchet MS"/>
              </a:rPr>
              <a:t> </a:t>
            </a:r>
            <a:r>
              <a:rPr dirty="0" sz="2100" spc="-45" b="1">
                <a:latin typeface="Trebuchet MS"/>
                <a:cs typeface="Trebuchet MS"/>
              </a:rPr>
              <a:t>checkouts.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Based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30" b="1">
                <a:latin typeface="Trebuchet MS"/>
                <a:cs typeface="Trebuchet MS"/>
              </a:rPr>
              <a:t>on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analysis</a:t>
            </a:r>
            <a:r>
              <a:rPr dirty="0" sz="2100" spc="-85" b="1">
                <a:latin typeface="Trebuchet MS"/>
                <a:cs typeface="Trebuchet MS"/>
              </a:rPr>
              <a:t> </a:t>
            </a:r>
            <a:r>
              <a:rPr dirty="0" sz="2100" spc="-25" b="1">
                <a:latin typeface="Trebuchet MS"/>
                <a:cs typeface="Trebuchet MS"/>
              </a:rPr>
              <a:t>of </a:t>
            </a:r>
            <a:r>
              <a:rPr dirty="0" sz="2100" spc="-30" b="1">
                <a:latin typeface="Trebuchet MS"/>
                <a:cs typeface="Trebuchet MS"/>
              </a:rPr>
              <a:t>customer</a:t>
            </a:r>
            <a:r>
              <a:rPr dirty="0" sz="2100" spc="-55" b="1">
                <a:latin typeface="Trebuchet MS"/>
                <a:cs typeface="Trebuchet MS"/>
              </a:rPr>
              <a:t> </a:t>
            </a:r>
            <a:r>
              <a:rPr dirty="0" sz="2100" spc="-25" b="1">
                <a:latin typeface="Trebuchet MS"/>
                <a:cs typeface="Trebuchet MS"/>
              </a:rPr>
              <a:t>geolocation</a:t>
            </a:r>
            <a:r>
              <a:rPr dirty="0" sz="2100" spc="-55" b="1">
                <a:latin typeface="Trebuchet MS"/>
                <a:cs typeface="Trebuchet MS"/>
              </a:rPr>
              <a:t> </a:t>
            </a:r>
            <a:r>
              <a:rPr dirty="0" sz="2100" spc="-50" b="1">
                <a:latin typeface="Trebuchet MS"/>
                <a:cs typeface="Trebuchet MS"/>
              </a:rPr>
              <a:t>data</a:t>
            </a:r>
            <a:r>
              <a:rPr dirty="0" sz="2100" spc="-55" b="1">
                <a:latin typeface="Trebuchet MS"/>
                <a:cs typeface="Trebuchet MS"/>
              </a:rPr>
              <a:t> </a:t>
            </a:r>
            <a:r>
              <a:rPr dirty="0" sz="2100" spc="-35" b="1">
                <a:latin typeface="Trebuchet MS"/>
                <a:cs typeface="Trebuchet MS"/>
              </a:rPr>
              <a:t>and</a:t>
            </a:r>
            <a:r>
              <a:rPr dirty="0" sz="2100" spc="-55" b="1">
                <a:latin typeface="Trebuchet MS"/>
                <a:cs typeface="Trebuchet MS"/>
              </a:rPr>
              <a:t> </a:t>
            </a:r>
            <a:r>
              <a:rPr dirty="0" sz="2100" b="1">
                <a:latin typeface="Trebuchet MS"/>
                <a:cs typeface="Trebuchet MS"/>
              </a:rPr>
              <a:t>sales</a:t>
            </a:r>
            <a:r>
              <a:rPr dirty="0" sz="2100" spc="-55" b="1">
                <a:latin typeface="Trebuchet MS"/>
                <a:cs typeface="Trebuchet MS"/>
              </a:rPr>
              <a:t> </a:t>
            </a:r>
            <a:r>
              <a:rPr dirty="0" sz="2100" spc="-10" b="1">
                <a:latin typeface="Trebuchet MS"/>
                <a:cs typeface="Trebuchet MS"/>
              </a:rPr>
              <a:t>history.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4785" y="3439431"/>
            <a:ext cx="8463103" cy="538162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862" y="1670606"/>
            <a:ext cx="8105774" cy="528637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644834" y="0"/>
            <a:ext cx="8646160" cy="3041650"/>
            <a:chOff x="9644834" y="0"/>
            <a:chExt cx="8646160" cy="3041650"/>
          </a:xfrm>
        </p:grpSpPr>
        <p:sp>
          <p:nvSpPr>
            <p:cNvPr id="5" name="object 5" descr=""/>
            <p:cNvSpPr/>
            <p:nvPr/>
          </p:nvSpPr>
          <p:spPr>
            <a:xfrm>
              <a:off x="9644825" y="885722"/>
              <a:ext cx="8646160" cy="2155825"/>
            </a:xfrm>
            <a:custGeom>
              <a:avLst/>
              <a:gdLst/>
              <a:ahLst/>
              <a:cxnLst/>
              <a:rect l="l" t="t" r="r" b="b"/>
              <a:pathLst>
                <a:path w="8646160" h="2155825">
                  <a:moveTo>
                    <a:pt x="8645639" y="0"/>
                  </a:moveTo>
                  <a:lnTo>
                    <a:pt x="2221242" y="0"/>
                  </a:lnTo>
                  <a:lnTo>
                    <a:pt x="2221242" y="546"/>
                  </a:lnTo>
                  <a:lnTo>
                    <a:pt x="1077163" y="546"/>
                  </a:lnTo>
                  <a:lnTo>
                    <a:pt x="1029182" y="1600"/>
                  </a:lnTo>
                  <a:lnTo>
                    <a:pt x="981735" y="4711"/>
                  </a:lnTo>
                  <a:lnTo>
                    <a:pt x="934872" y="9867"/>
                  </a:lnTo>
                  <a:lnTo>
                    <a:pt x="888631" y="16992"/>
                  </a:lnTo>
                  <a:lnTo>
                    <a:pt x="843064" y="26060"/>
                  </a:lnTo>
                  <a:lnTo>
                    <a:pt x="798207" y="37020"/>
                  </a:lnTo>
                  <a:lnTo>
                    <a:pt x="754113" y="49822"/>
                  </a:lnTo>
                  <a:lnTo>
                    <a:pt x="710806" y="64452"/>
                  </a:lnTo>
                  <a:lnTo>
                    <a:pt x="668362" y="80822"/>
                  </a:lnTo>
                  <a:lnTo>
                    <a:pt x="626783" y="98933"/>
                  </a:lnTo>
                  <a:lnTo>
                    <a:pt x="586155" y="118706"/>
                  </a:lnTo>
                  <a:lnTo>
                    <a:pt x="546493" y="140119"/>
                  </a:lnTo>
                  <a:lnTo>
                    <a:pt x="507847" y="163118"/>
                  </a:lnTo>
                  <a:lnTo>
                    <a:pt x="470268" y="187655"/>
                  </a:lnTo>
                  <a:lnTo>
                    <a:pt x="433793" y="213702"/>
                  </a:lnTo>
                  <a:lnTo>
                    <a:pt x="398475" y="241198"/>
                  </a:lnTo>
                  <a:lnTo>
                    <a:pt x="364350" y="270116"/>
                  </a:lnTo>
                  <a:lnTo>
                    <a:pt x="331457" y="300393"/>
                  </a:lnTo>
                  <a:lnTo>
                    <a:pt x="299847" y="332003"/>
                  </a:lnTo>
                  <a:lnTo>
                    <a:pt x="269570" y="364896"/>
                  </a:lnTo>
                  <a:lnTo>
                    <a:pt x="240652" y="399021"/>
                  </a:lnTo>
                  <a:lnTo>
                    <a:pt x="213156" y="434340"/>
                  </a:lnTo>
                  <a:lnTo>
                    <a:pt x="187109" y="470814"/>
                  </a:lnTo>
                  <a:lnTo>
                    <a:pt x="162572" y="508393"/>
                  </a:lnTo>
                  <a:lnTo>
                    <a:pt x="139573" y="547039"/>
                  </a:lnTo>
                  <a:lnTo>
                    <a:pt x="118160" y="586701"/>
                  </a:lnTo>
                  <a:lnTo>
                    <a:pt x="98386" y="627329"/>
                  </a:lnTo>
                  <a:lnTo>
                    <a:pt x="80289" y="668896"/>
                  </a:lnTo>
                  <a:lnTo>
                    <a:pt x="63906" y="711352"/>
                  </a:lnTo>
                  <a:lnTo>
                    <a:pt x="49288" y="754659"/>
                  </a:lnTo>
                  <a:lnTo>
                    <a:pt x="36474" y="798753"/>
                  </a:lnTo>
                  <a:lnTo>
                    <a:pt x="25514" y="843610"/>
                  </a:lnTo>
                  <a:lnTo>
                    <a:pt x="16446" y="889177"/>
                  </a:lnTo>
                  <a:lnTo>
                    <a:pt x="9321" y="935418"/>
                  </a:lnTo>
                  <a:lnTo>
                    <a:pt x="4178" y="982281"/>
                  </a:lnTo>
                  <a:lnTo>
                    <a:pt x="1054" y="1029728"/>
                  </a:lnTo>
                  <a:lnTo>
                    <a:pt x="0" y="1077709"/>
                  </a:lnTo>
                  <a:lnTo>
                    <a:pt x="1054" y="1125689"/>
                  </a:lnTo>
                  <a:lnTo>
                    <a:pt x="4178" y="1173124"/>
                  </a:lnTo>
                  <a:lnTo>
                    <a:pt x="9321" y="1219987"/>
                  </a:lnTo>
                  <a:lnTo>
                    <a:pt x="16446" y="1266228"/>
                  </a:lnTo>
                  <a:lnTo>
                    <a:pt x="25514" y="1311795"/>
                  </a:lnTo>
                  <a:lnTo>
                    <a:pt x="36474" y="1356652"/>
                  </a:lnTo>
                  <a:lnTo>
                    <a:pt x="49288" y="1400746"/>
                  </a:lnTo>
                  <a:lnTo>
                    <a:pt x="63906" y="1444053"/>
                  </a:lnTo>
                  <a:lnTo>
                    <a:pt x="80289" y="1486496"/>
                  </a:lnTo>
                  <a:lnTo>
                    <a:pt x="98386" y="1528064"/>
                  </a:lnTo>
                  <a:lnTo>
                    <a:pt x="118160" y="1568704"/>
                  </a:lnTo>
                  <a:lnTo>
                    <a:pt x="139573" y="1608366"/>
                  </a:lnTo>
                  <a:lnTo>
                    <a:pt x="162572" y="1647012"/>
                  </a:lnTo>
                  <a:lnTo>
                    <a:pt x="187109" y="1684591"/>
                  </a:lnTo>
                  <a:lnTo>
                    <a:pt x="213156" y="1721053"/>
                  </a:lnTo>
                  <a:lnTo>
                    <a:pt x="240652" y="1756384"/>
                  </a:lnTo>
                  <a:lnTo>
                    <a:pt x="269570" y="1790509"/>
                  </a:lnTo>
                  <a:lnTo>
                    <a:pt x="299847" y="1823402"/>
                  </a:lnTo>
                  <a:lnTo>
                    <a:pt x="331457" y="1855012"/>
                  </a:lnTo>
                  <a:lnTo>
                    <a:pt x="364350" y="1885289"/>
                  </a:lnTo>
                  <a:lnTo>
                    <a:pt x="398475" y="1914207"/>
                  </a:lnTo>
                  <a:lnTo>
                    <a:pt x="433793" y="1941703"/>
                  </a:lnTo>
                  <a:lnTo>
                    <a:pt x="470268" y="1967750"/>
                  </a:lnTo>
                  <a:lnTo>
                    <a:pt x="507847" y="1992287"/>
                  </a:lnTo>
                  <a:lnTo>
                    <a:pt x="546493" y="2015286"/>
                  </a:lnTo>
                  <a:lnTo>
                    <a:pt x="586155" y="2036699"/>
                  </a:lnTo>
                  <a:lnTo>
                    <a:pt x="626783" y="2056472"/>
                  </a:lnTo>
                  <a:lnTo>
                    <a:pt x="668362" y="2074570"/>
                  </a:lnTo>
                  <a:lnTo>
                    <a:pt x="710806" y="2090953"/>
                  </a:lnTo>
                  <a:lnTo>
                    <a:pt x="754113" y="2105583"/>
                  </a:lnTo>
                  <a:lnTo>
                    <a:pt x="798207" y="2118385"/>
                  </a:lnTo>
                  <a:lnTo>
                    <a:pt x="843064" y="2129345"/>
                  </a:lnTo>
                  <a:lnTo>
                    <a:pt x="888631" y="2138413"/>
                  </a:lnTo>
                  <a:lnTo>
                    <a:pt x="934872" y="2145550"/>
                  </a:lnTo>
                  <a:lnTo>
                    <a:pt x="981735" y="2150694"/>
                  </a:lnTo>
                  <a:lnTo>
                    <a:pt x="1029182" y="2153805"/>
                  </a:lnTo>
                  <a:lnTo>
                    <a:pt x="1077163" y="2154859"/>
                  </a:lnTo>
                  <a:lnTo>
                    <a:pt x="2221242" y="2154859"/>
                  </a:lnTo>
                  <a:lnTo>
                    <a:pt x="2221242" y="2155494"/>
                  </a:lnTo>
                  <a:lnTo>
                    <a:pt x="8645639" y="2155494"/>
                  </a:lnTo>
                  <a:lnTo>
                    <a:pt x="8645639" y="0"/>
                  </a:lnTo>
                  <a:close/>
                </a:path>
              </a:pathLst>
            </a:custGeom>
            <a:solidFill>
              <a:srgbClr val="004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245616" y="0"/>
              <a:ext cx="2042795" cy="2266950"/>
            </a:xfrm>
            <a:custGeom>
              <a:avLst/>
              <a:gdLst/>
              <a:ahLst/>
              <a:cxnLst/>
              <a:rect l="l" t="t" r="r" b="b"/>
              <a:pathLst>
                <a:path w="2042794" h="2266950">
                  <a:moveTo>
                    <a:pt x="0" y="0"/>
                  </a:moveTo>
                  <a:lnTo>
                    <a:pt x="1059547" y="0"/>
                  </a:lnTo>
                  <a:lnTo>
                    <a:pt x="1062747" y="23988"/>
                  </a:lnTo>
                  <a:lnTo>
                    <a:pt x="1070283" y="69469"/>
                  </a:lnTo>
                  <a:lnTo>
                    <a:pt x="1079205" y="114446"/>
                  </a:lnTo>
                  <a:lnTo>
                    <a:pt x="1089488" y="158897"/>
                  </a:lnTo>
                  <a:lnTo>
                    <a:pt x="1101111" y="202800"/>
                  </a:lnTo>
                  <a:lnTo>
                    <a:pt x="1114051" y="246131"/>
                  </a:lnTo>
                  <a:lnTo>
                    <a:pt x="1128286" y="288869"/>
                  </a:lnTo>
                  <a:lnTo>
                    <a:pt x="1143794" y="330991"/>
                  </a:lnTo>
                  <a:lnTo>
                    <a:pt x="1160551" y="372474"/>
                  </a:lnTo>
                  <a:lnTo>
                    <a:pt x="1178536" y="413296"/>
                  </a:lnTo>
                  <a:lnTo>
                    <a:pt x="1197726" y="453434"/>
                  </a:lnTo>
                  <a:lnTo>
                    <a:pt x="1218099" y="492866"/>
                  </a:lnTo>
                  <a:lnTo>
                    <a:pt x="1239633" y="531569"/>
                  </a:lnTo>
                  <a:lnTo>
                    <a:pt x="1262304" y="569521"/>
                  </a:lnTo>
                  <a:lnTo>
                    <a:pt x="1286091" y="606699"/>
                  </a:lnTo>
                  <a:lnTo>
                    <a:pt x="1310972" y="643081"/>
                  </a:lnTo>
                  <a:lnTo>
                    <a:pt x="1336923" y="678644"/>
                  </a:lnTo>
                  <a:lnTo>
                    <a:pt x="1363922" y="713365"/>
                  </a:lnTo>
                  <a:lnTo>
                    <a:pt x="1391947" y="747222"/>
                  </a:lnTo>
                  <a:lnTo>
                    <a:pt x="1420976" y="780193"/>
                  </a:lnTo>
                  <a:lnTo>
                    <a:pt x="1450987" y="812255"/>
                  </a:lnTo>
                  <a:lnTo>
                    <a:pt x="1481956" y="843385"/>
                  </a:lnTo>
                  <a:lnTo>
                    <a:pt x="1513861" y="873561"/>
                  </a:lnTo>
                  <a:lnTo>
                    <a:pt x="1546680" y="902760"/>
                  </a:lnTo>
                  <a:lnTo>
                    <a:pt x="1580391" y="930960"/>
                  </a:lnTo>
                  <a:lnTo>
                    <a:pt x="1614971" y="958139"/>
                  </a:lnTo>
                  <a:lnTo>
                    <a:pt x="1650398" y="984273"/>
                  </a:lnTo>
                  <a:lnTo>
                    <a:pt x="1686650" y="1009341"/>
                  </a:lnTo>
                  <a:lnTo>
                    <a:pt x="1723703" y="1033319"/>
                  </a:lnTo>
                  <a:lnTo>
                    <a:pt x="1761535" y="1056185"/>
                  </a:lnTo>
                  <a:lnTo>
                    <a:pt x="1800125" y="1077917"/>
                  </a:lnTo>
                  <a:lnTo>
                    <a:pt x="1839450" y="1098492"/>
                  </a:lnTo>
                  <a:lnTo>
                    <a:pt x="1879487" y="1117888"/>
                  </a:lnTo>
                  <a:lnTo>
                    <a:pt x="1920214" y="1136081"/>
                  </a:lnTo>
                  <a:lnTo>
                    <a:pt x="1961609" y="1153051"/>
                  </a:lnTo>
                  <a:lnTo>
                    <a:pt x="2003648" y="1168773"/>
                  </a:lnTo>
                  <a:lnTo>
                    <a:pt x="2042383" y="1181895"/>
                  </a:lnTo>
                  <a:lnTo>
                    <a:pt x="2042383" y="2266723"/>
                  </a:lnTo>
                  <a:lnTo>
                    <a:pt x="1980573" y="2254821"/>
                  </a:lnTo>
                  <a:lnTo>
                    <a:pt x="1934357" y="2244771"/>
                  </a:lnTo>
                  <a:lnTo>
                    <a:pt x="1888462" y="2233870"/>
                  </a:lnTo>
                  <a:lnTo>
                    <a:pt x="1842896" y="2222125"/>
                  </a:lnTo>
                  <a:lnTo>
                    <a:pt x="1797668" y="2209545"/>
                  </a:lnTo>
                  <a:lnTo>
                    <a:pt x="1752787" y="2196140"/>
                  </a:lnTo>
                  <a:lnTo>
                    <a:pt x="1708263" y="2181918"/>
                  </a:lnTo>
                  <a:lnTo>
                    <a:pt x="1664102" y="2166887"/>
                  </a:lnTo>
                  <a:lnTo>
                    <a:pt x="1620315" y="2151057"/>
                  </a:lnTo>
                  <a:lnTo>
                    <a:pt x="1576910" y="2134436"/>
                  </a:lnTo>
                  <a:lnTo>
                    <a:pt x="1533895" y="2117033"/>
                  </a:lnTo>
                  <a:lnTo>
                    <a:pt x="1491280" y="2098857"/>
                  </a:lnTo>
                  <a:lnTo>
                    <a:pt x="1449073" y="2079917"/>
                  </a:lnTo>
                  <a:lnTo>
                    <a:pt x="1407283" y="2060221"/>
                  </a:lnTo>
                  <a:lnTo>
                    <a:pt x="1365919" y="2039779"/>
                  </a:lnTo>
                  <a:lnTo>
                    <a:pt x="1324989" y="2018598"/>
                  </a:lnTo>
                  <a:lnTo>
                    <a:pt x="1284502" y="1996689"/>
                  </a:lnTo>
                  <a:lnTo>
                    <a:pt x="1244466" y="1974059"/>
                  </a:lnTo>
                  <a:lnTo>
                    <a:pt x="1204891" y="1950717"/>
                  </a:lnTo>
                  <a:lnTo>
                    <a:pt x="1165786" y="1926672"/>
                  </a:lnTo>
                  <a:lnTo>
                    <a:pt x="1127158" y="1901934"/>
                  </a:lnTo>
                  <a:lnTo>
                    <a:pt x="1089017" y="1876510"/>
                  </a:lnTo>
                  <a:lnTo>
                    <a:pt x="1051372" y="1850410"/>
                  </a:lnTo>
                  <a:lnTo>
                    <a:pt x="1014230" y="1823642"/>
                  </a:lnTo>
                  <a:lnTo>
                    <a:pt x="977602" y="1796216"/>
                  </a:lnTo>
                  <a:lnTo>
                    <a:pt x="941495" y="1768139"/>
                  </a:lnTo>
                  <a:lnTo>
                    <a:pt x="905918" y="1739421"/>
                  </a:lnTo>
                  <a:lnTo>
                    <a:pt x="870881" y="1710070"/>
                  </a:lnTo>
                  <a:lnTo>
                    <a:pt x="836391" y="1680096"/>
                  </a:lnTo>
                  <a:lnTo>
                    <a:pt x="802458" y="1649506"/>
                  </a:lnTo>
                  <a:lnTo>
                    <a:pt x="769090" y="1618311"/>
                  </a:lnTo>
                  <a:lnTo>
                    <a:pt x="736296" y="1586518"/>
                  </a:lnTo>
                  <a:lnTo>
                    <a:pt x="704085" y="1554137"/>
                  </a:lnTo>
                  <a:lnTo>
                    <a:pt x="672465" y="1521175"/>
                  </a:lnTo>
                  <a:lnTo>
                    <a:pt x="641446" y="1487643"/>
                  </a:lnTo>
                  <a:lnTo>
                    <a:pt x="611035" y="1453549"/>
                  </a:lnTo>
                  <a:lnTo>
                    <a:pt x="581242" y="1418901"/>
                  </a:lnTo>
                  <a:lnTo>
                    <a:pt x="552075" y="1383708"/>
                  </a:lnTo>
                  <a:lnTo>
                    <a:pt x="523543" y="1347980"/>
                  </a:lnTo>
                  <a:lnTo>
                    <a:pt x="495655" y="1311725"/>
                  </a:lnTo>
                  <a:lnTo>
                    <a:pt x="468420" y="1274951"/>
                  </a:lnTo>
                  <a:lnTo>
                    <a:pt x="441846" y="1237668"/>
                  </a:lnTo>
                  <a:lnTo>
                    <a:pt x="415942" y="1199884"/>
                  </a:lnTo>
                  <a:lnTo>
                    <a:pt x="390717" y="1161608"/>
                  </a:lnTo>
                  <a:lnTo>
                    <a:pt x="366179" y="1122849"/>
                  </a:lnTo>
                  <a:lnTo>
                    <a:pt x="342337" y="1083615"/>
                  </a:lnTo>
                  <a:lnTo>
                    <a:pt x="319200" y="1043917"/>
                  </a:lnTo>
                  <a:lnTo>
                    <a:pt x="296777" y="1003761"/>
                  </a:lnTo>
                  <a:lnTo>
                    <a:pt x="275076" y="963157"/>
                  </a:lnTo>
                  <a:lnTo>
                    <a:pt x="254106" y="922114"/>
                  </a:lnTo>
                  <a:lnTo>
                    <a:pt x="233876" y="880641"/>
                  </a:lnTo>
                  <a:lnTo>
                    <a:pt x="214395" y="838746"/>
                  </a:lnTo>
                  <a:lnTo>
                    <a:pt x="195671" y="796438"/>
                  </a:lnTo>
                  <a:lnTo>
                    <a:pt x="177713" y="753727"/>
                  </a:lnTo>
                  <a:lnTo>
                    <a:pt x="160530" y="710619"/>
                  </a:lnTo>
                  <a:lnTo>
                    <a:pt x="144130" y="667126"/>
                  </a:lnTo>
                  <a:lnTo>
                    <a:pt x="128522" y="623255"/>
                  </a:lnTo>
                  <a:lnTo>
                    <a:pt x="113715" y="579015"/>
                  </a:lnTo>
                  <a:lnTo>
                    <a:pt x="99718" y="534414"/>
                  </a:lnTo>
                  <a:lnTo>
                    <a:pt x="86539" y="489463"/>
                  </a:lnTo>
                  <a:lnTo>
                    <a:pt x="74188" y="444169"/>
                  </a:lnTo>
                  <a:lnTo>
                    <a:pt x="62672" y="398541"/>
                  </a:lnTo>
                  <a:lnTo>
                    <a:pt x="52001" y="352588"/>
                  </a:lnTo>
                  <a:lnTo>
                    <a:pt x="42183" y="306319"/>
                  </a:lnTo>
                  <a:lnTo>
                    <a:pt x="33227" y="259742"/>
                  </a:lnTo>
                  <a:lnTo>
                    <a:pt x="25142" y="212867"/>
                  </a:lnTo>
                  <a:lnTo>
                    <a:pt x="17936" y="165703"/>
                  </a:lnTo>
                  <a:lnTo>
                    <a:pt x="11619" y="118257"/>
                  </a:lnTo>
                  <a:lnTo>
                    <a:pt x="6198" y="70539"/>
                  </a:lnTo>
                  <a:lnTo>
                    <a:pt x="1683" y="225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A3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398923" y="1215925"/>
            <a:ext cx="5994400" cy="741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700">
                <a:solidFill>
                  <a:srgbClr val="FFFFFF"/>
                </a:solidFill>
              </a:rPr>
              <a:t>Regression</a:t>
            </a:r>
            <a:r>
              <a:rPr dirty="0" sz="4700" spc="15">
                <a:solidFill>
                  <a:srgbClr val="FFFFFF"/>
                </a:solidFill>
              </a:rPr>
              <a:t> </a:t>
            </a:r>
            <a:r>
              <a:rPr dirty="0" sz="4700">
                <a:solidFill>
                  <a:srgbClr val="FFFFFF"/>
                </a:solidFill>
              </a:rPr>
              <a:t>Analysis</a:t>
            </a:r>
            <a:r>
              <a:rPr dirty="0" sz="4700" spc="20">
                <a:solidFill>
                  <a:srgbClr val="FFFFFF"/>
                </a:solidFill>
              </a:rPr>
              <a:t> </a:t>
            </a:r>
            <a:r>
              <a:rPr dirty="0" sz="4700" spc="-50">
                <a:solidFill>
                  <a:srgbClr val="FFFFFF"/>
                </a:solidFill>
              </a:rPr>
              <a:t>1</a:t>
            </a:r>
            <a:endParaRPr sz="4700"/>
          </a:p>
        </p:txBody>
      </p:sp>
      <p:sp>
        <p:nvSpPr>
          <p:cNvPr id="8" name="object 8" descr=""/>
          <p:cNvSpPr txBox="1"/>
          <p:nvPr/>
        </p:nvSpPr>
        <p:spPr>
          <a:xfrm>
            <a:off x="10971762" y="2057269"/>
            <a:ext cx="4848860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00">
                <a:solidFill>
                  <a:srgbClr val="FFFFFF"/>
                </a:solidFill>
                <a:latin typeface="Arial MT"/>
                <a:cs typeface="Arial MT"/>
              </a:rPr>
              <a:t>Visitor</a:t>
            </a:r>
            <a:r>
              <a:rPr dirty="0" sz="370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700" spc="-45">
                <a:solidFill>
                  <a:srgbClr val="FFFFFF"/>
                </a:solidFill>
                <a:latin typeface="Arial MT"/>
                <a:cs typeface="Arial MT"/>
              </a:rPr>
              <a:t>Trend</a:t>
            </a:r>
            <a:r>
              <a:rPr dirty="0" sz="37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700" spc="-50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r>
              <a:rPr dirty="0" sz="3700" spc="-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3700" spc="-2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0" y="7102779"/>
            <a:ext cx="8916035" cy="2155825"/>
          </a:xfrm>
          <a:custGeom>
            <a:avLst/>
            <a:gdLst/>
            <a:ahLst/>
            <a:cxnLst/>
            <a:rect l="l" t="t" r="r" b="b"/>
            <a:pathLst>
              <a:path w="8916035" h="2155825">
                <a:moveTo>
                  <a:pt x="8915692" y="1077696"/>
                </a:moveTo>
                <a:lnTo>
                  <a:pt x="8914638" y="1029716"/>
                </a:lnTo>
                <a:lnTo>
                  <a:pt x="8911526" y="982281"/>
                </a:lnTo>
                <a:lnTo>
                  <a:pt x="8906383" y="935418"/>
                </a:lnTo>
                <a:lnTo>
                  <a:pt x="8899246" y="889177"/>
                </a:lnTo>
                <a:lnTo>
                  <a:pt x="8890190" y="843610"/>
                </a:lnTo>
                <a:lnTo>
                  <a:pt x="8879230" y="798753"/>
                </a:lnTo>
                <a:lnTo>
                  <a:pt x="8866416" y="754659"/>
                </a:lnTo>
                <a:lnTo>
                  <a:pt x="8851798" y="711352"/>
                </a:lnTo>
                <a:lnTo>
                  <a:pt x="8835415" y="668909"/>
                </a:lnTo>
                <a:lnTo>
                  <a:pt x="8817305" y="627341"/>
                </a:lnTo>
                <a:lnTo>
                  <a:pt x="8797531" y="586701"/>
                </a:lnTo>
                <a:lnTo>
                  <a:pt x="8776119" y="547039"/>
                </a:lnTo>
                <a:lnTo>
                  <a:pt x="8753119" y="508393"/>
                </a:lnTo>
                <a:lnTo>
                  <a:pt x="8728583" y="470814"/>
                </a:lnTo>
                <a:lnTo>
                  <a:pt x="8702535" y="434352"/>
                </a:lnTo>
                <a:lnTo>
                  <a:pt x="8675040" y="399021"/>
                </a:lnTo>
                <a:lnTo>
                  <a:pt x="8646122" y="364896"/>
                </a:lnTo>
                <a:lnTo>
                  <a:pt x="8615845" y="332003"/>
                </a:lnTo>
                <a:lnTo>
                  <a:pt x="8584235" y="300393"/>
                </a:lnTo>
                <a:lnTo>
                  <a:pt x="8551342" y="270116"/>
                </a:lnTo>
                <a:lnTo>
                  <a:pt x="8517217" y="241198"/>
                </a:lnTo>
                <a:lnTo>
                  <a:pt x="8481898" y="213702"/>
                </a:lnTo>
                <a:lnTo>
                  <a:pt x="8445424" y="187655"/>
                </a:lnTo>
                <a:lnTo>
                  <a:pt x="8407844" y="163118"/>
                </a:lnTo>
                <a:lnTo>
                  <a:pt x="8369198" y="140119"/>
                </a:lnTo>
                <a:lnTo>
                  <a:pt x="8329549" y="118706"/>
                </a:lnTo>
                <a:lnTo>
                  <a:pt x="8288909" y="98933"/>
                </a:lnTo>
                <a:lnTo>
                  <a:pt x="8247342" y="80835"/>
                </a:lnTo>
                <a:lnTo>
                  <a:pt x="8204886" y="64452"/>
                </a:lnTo>
                <a:lnTo>
                  <a:pt x="8161591" y="49834"/>
                </a:lnTo>
                <a:lnTo>
                  <a:pt x="8117484" y="37020"/>
                </a:lnTo>
                <a:lnTo>
                  <a:pt x="8072628" y="26060"/>
                </a:lnTo>
                <a:lnTo>
                  <a:pt x="8027060" y="16992"/>
                </a:lnTo>
                <a:lnTo>
                  <a:pt x="7980820" y="9855"/>
                </a:lnTo>
                <a:lnTo>
                  <a:pt x="7933957" y="4711"/>
                </a:lnTo>
                <a:lnTo>
                  <a:pt x="7886522" y="1600"/>
                </a:lnTo>
                <a:lnTo>
                  <a:pt x="7838541" y="546"/>
                </a:lnTo>
                <a:lnTo>
                  <a:pt x="6421780" y="546"/>
                </a:lnTo>
                <a:lnTo>
                  <a:pt x="6421780" y="0"/>
                </a:lnTo>
                <a:lnTo>
                  <a:pt x="0" y="0"/>
                </a:lnTo>
                <a:lnTo>
                  <a:pt x="0" y="2155507"/>
                </a:lnTo>
                <a:lnTo>
                  <a:pt x="6421780" y="2155507"/>
                </a:lnTo>
                <a:lnTo>
                  <a:pt x="6421780" y="2154859"/>
                </a:lnTo>
                <a:lnTo>
                  <a:pt x="7838541" y="2154859"/>
                </a:lnTo>
                <a:lnTo>
                  <a:pt x="7886522" y="2153805"/>
                </a:lnTo>
                <a:lnTo>
                  <a:pt x="7933957" y="2150694"/>
                </a:lnTo>
                <a:lnTo>
                  <a:pt x="7980820" y="2145538"/>
                </a:lnTo>
                <a:lnTo>
                  <a:pt x="8027060" y="2138413"/>
                </a:lnTo>
                <a:lnTo>
                  <a:pt x="8072628" y="2129345"/>
                </a:lnTo>
                <a:lnTo>
                  <a:pt x="8117484" y="2118385"/>
                </a:lnTo>
                <a:lnTo>
                  <a:pt x="8161591" y="2105583"/>
                </a:lnTo>
                <a:lnTo>
                  <a:pt x="8204886" y="2090953"/>
                </a:lnTo>
                <a:lnTo>
                  <a:pt x="8247342" y="2074583"/>
                </a:lnTo>
                <a:lnTo>
                  <a:pt x="8288909" y="2056472"/>
                </a:lnTo>
                <a:lnTo>
                  <a:pt x="8329549" y="2036699"/>
                </a:lnTo>
                <a:lnTo>
                  <a:pt x="8369198" y="2015286"/>
                </a:lnTo>
                <a:lnTo>
                  <a:pt x="8407844" y="1992287"/>
                </a:lnTo>
                <a:lnTo>
                  <a:pt x="8445424" y="1967750"/>
                </a:lnTo>
                <a:lnTo>
                  <a:pt x="8481898" y="1941703"/>
                </a:lnTo>
                <a:lnTo>
                  <a:pt x="8517217" y="1914207"/>
                </a:lnTo>
                <a:lnTo>
                  <a:pt x="8551342" y="1885289"/>
                </a:lnTo>
                <a:lnTo>
                  <a:pt x="8584235" y="1855012"/>
                </a:lnTo>
                <a:lnTo>
                  <a:pt x="8615845" y="1823402"/>
                </a:lnTo>
                <a:lnTo>
                  <a:pt x="8646122" y="1790509"/>
                </a:lnTo>
                <a:lnTo>
                  <a:pt x="8675040" y="1756384"/>
                </a:lnTo>
                <a:lnTo>
                  <a:pt x="8702535" y="1721065"/>
                </a:lnTo>
                <a:lnTo>
                  <a:pt x="8728583" y="1684591"/>
                </a:lnTo>
                <a:lnTo>
                  <a:pt x="8753119" y="1647012"/>
                </a:lnTo>
                <a:lnTo>
                  <a:pt x="8776119" y="1608366"/>
                </a:lnTo>
                <a:lnTo>
                  <a:pt x="8797531" y="1568704"/>
                </a:lnTo>
                <a:lnTo>
                  <a:pt x="8817305" y="1528076"/>
                </a:lnTo>
                <a:lnTo>
                  <a:pt x="8835415" y="1486509"/>
                </a:lnTo>
                <a:lnTo>
                  <a:pt x="8851798" y="1444053"/>
                </a:lnTo>
                <a:lnTo>
                  <a:pt x="8866416" y="1400746"/>
                </a:lnTo>
                <a:lnTo>
                  <a:pt x="8879230" y="1356652"/>
                </a:lnTo>
                <a:lnTo>
                  <a:pt x="8890190" y="1311795"/>
                </a:lnTo>
                <a:lnTo>
                  <a:pt x="8899246" y="1266228"/>
                </a:lnTo>
                <a:lnTo>
                  <a:pt x="8906383" y="1219987"/>
                </a:lnTo>
                <a:lnTo>
                  <a:pt x="8911526" y="1173124"/>
                </a:lnTo>
                <a:lnTo>
                  <a:pt x="8914638" y="1125677"/>
                </a:lnTo>
                <a:lnTo>
                  <a:pt x="8915692" y="1077696"/>
                </a:lnTo>
                <a:close/>
              </a:path>
            </a:pathLst>
          </a:custGeom>
          <a:solidFill>
            <a:srgbClr val="004A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04775" y="7360455"/>
            <a:ext cx="7874634" cy="121094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69"/>
              </a:spcBef>
            </a:pPr>
            <a:r>
              <a:rPr dirty="0" sz="3700" b="1">
                <a:solidFill>
                  <a:srgbClr val="FFFFFF"/>
                </a:solidFill>
                <a:latin typeface="Trebuchet MS"/>
                <a:cs typeface="Trebuchet MS"/>
              </a:rPr>
              <a:t>Regression</a:t>
            </a:r>
            <a:r>
              <a:rPr dirty="0" sz="3700" spc="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700" b="1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r>
              <a:rPr dirty="0" sz="3700" spc="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700" spc="-5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3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dirty="0" sz="2800" spc="-25">
                <a:solidFill>
                  <a:srgbClr val="FFFFFF"/>
                </a:solidFill>
                <a:latin typeface="Arial MT"/>
                <a:cs typeface="Arial MT"/>
              </a:rPr>
              <a:t>Purchase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amount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Arial MT"/>
                <a:cs typeface="Arial MT"/>
              </a:rPr>
              <a:t>depending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28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FFFFFF"/>
                </a:solidFill>
                <a:latin typeface="Arial MT"/>
                <a:cs typeface="Arial MT"/>
              </a:rPr>
              <a:t>length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11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280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 MT"/>
                <a:cs typeface="Arial MT"/>
              </a:rPr>
              <a:t>stay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38371" y="9008247"/>
            <a:ext cx="4040504" cy="1278890"/>
          </a:xfrm>
          <a:custGeom>
            <a:avLst/>
            <a:gdLst/>
            <a:ahLst/>
            <a:cxnLst/>
            <a:rect l="l" t="t" r="r" b="b"/>
            <a:pathLst>
              <a:path w="4040504" h="1278890">
                <a:moveTo>
                  <a:pt x="3676389" y="735982"/>
                </a:moveTo>
                <a:lnTo>
                  <a:pt x="3710223" y="774186"/>
                </a:lnTo>
                <a:lnTo>
                  <a:pt x="3743094" y="813009"/>
                </a:lnTo>
                <a:lnTo>
                  <a:pt x="3774999" y="852443"/>
                </a:lnTo>
                <a:lnTo>
                  <a:pt x="3805932" y="892482"/>
                </a:lnTo>
                <a:lnTo>
                  <a:pt x="3835890" y="933118"/>
                </a:lnTo>
                <a:lnTo>
                  <a:pt x="3864869" y="974344"/>
                </a:lnTo>
                <a:lnTo>
                  <a:pt x="3892865" y="1016153"/>
                </a:lnTo>
                <a:lnTo>
                  <a:pt x="3919873" y="1058539"/>
                </a:lnTo>
                <a:lnTo>
                  <a:pt x="3945890" y="1101493"/>
                </a:lnTo>
                <a:lnTo>
                  <a:pt x="3970911" y="1145010"/>
                </a:lnTo>
                <a:lnTo>
                  <a:pt x="3994932" y="1189082"/>
                </a:lnTo>
                <a:lnTo>
                  <a:pt x="4017949" y="1233701"/>
                </a:lnTo>
                <a:lnTo>
                  <a:pt x="4039958" y="1278752"/>
                </a:lnTo>
                <a:lnTo>
                  <a:pt x="2890230" y="1278752"/>
                </a:lnTo>
                <a:lnTo>
                  <a:pt x="2882165" y="1271228"/>
                </a:lnTo>
                <a:lnTo>
                  <a:pt x="2846818" y="1240544"/>
                </a:lnTo>
                <a:lnTo>
                  <a:pt x="2810643" y="1211337"/>
                </a:lnTo>
                <a:lnTo>
                  <a:pt x="2773679" y="1183608"/>
                </a:lnTo>
                <a:lnTo>
                  <a:pt x="2735967" y="1157362"/>
                </a:lnTo>
                <a:lnTo>
                  <a:pt x="2697548" y="1132598"/>
                </a:lnTo>
                <a:lnTo>
                  <a:pt x="2658462" y="1109319"/>
                </a:lnTo>
                <a:lnTo>
                  <a:pt x="2618751" y="1087528"/>
                </a:lnTo>
                <a:lnTo>
                  <a:pt x="2578453" y="1067227"/>
                </a:lnTo>
                <a:lnTo>
                  <a:pt x="2537612" y="1048417"/>
                </a:lnTo>
                <a:lnTo>
                  <a:pt x="2496265" y="1031101"/>
                </a:lnTo>
                <a:lnTo>
                  <a:pt x="2454456" y="1015281"/>
                </a:lnTo>
                <a:lnTo>
                  <a:pt x="2412223" y="1000959"/>
                </a:lnTo>
                <a:lnTo>
                  <a:pt x="2369609" y="988137"/>
                </a:lnTo>
                <a:lnTo>
                  <a:pt x="2326652" y="976816"/>
                </a:lnTo>
                <a:lnTo>
                  <a:pt x="2283395" y="967000"/>
                </a:lnTo>
                <a:lnTo>
                  <a:pt x="2239877" y="958691"/>
                </a:lnTo>
                <a:lnTo>
                  <a:pt x="2196139" y="951889"/>
                </a:lnTo>
                <a:lnTo>
                  <a:pt x="2152223" y="946599"/>
                </a:lnTo>
                <a:lnTo>
                  <a:pt x="2108167" y="942820"/>
                </a:lnTo>
                <a:lnTo>
                  <a:pt x="2064014" y="940557"/>
                </a:lnTo>
                <a:lnTo>
                  <a:pt x="2019804" y="939810"/>
                </a:lnTo>
                <a:lnTo>
                  <a:pt x="1975577" y="940582"/>
                </a:lnTo>
                <a:lnTo>
                  <a:pt x="1931374" y="942875"/>
                </a:lnTo>
                <a:lnTo>
                  <a:pt x="1887235" y="946691"/>
                </a:lnTo>
                <a:lnTo>
                  <a:pt x="1843202" y="952032"/>
                </a:lnTo>
                <a:lnTo>
                  <a:pt x="1799315" y="958901"/>
                </a:lnTo>
                <a:lnTo>
                  <a:pt x="1755614" y="967299"/>
                </a:lnTo>
                <a:lnTo>
                  <a:pt x="1712141" y="977228"/>
                </a:lnTo>
                <a:lnTo>
                  <a:pt x="1668935" y="988691"/>
                </a:lnTo>
                <a:lnTo>
                  <a:pt x="1626037" y="1001689"/>
                </a:lnTo>
                <a:lnTo>
                  <a:pt x="1583489" y="1016225"/>
                </a:lnTo>
                <a:lnTo>
                  <a:pt x="1541330" y="1032301"/>
                </a:lnTo>
                <a:lnTo>
                  <a:pt x="1499602" y="1049919"/>
                </a:lnTo>
                <a:lnTo>
                  <a:pt x="1458344" y="1069081"/>
                </a:lnTo>
                <a:lnTo>
                  <a:pt x="1417598" y="1089789"/>
                </a:lnTo>
                <a:lnTo>
                  <a:pt x="1377404" y="1112045"/>
                </a:lnTo>
                <a:lnTo>
                  <a:pt x="1337803" y="1135851"/>
                </a:lnTo>
                <a:lnTo>
                  <a:pt x="1298835" y="1161210"/>
                </a:lnTo>
                <a:lnTo>
                  <a:pt x="1260541" y="1188123"/>
                </a:lnTo>
                <a:lnTo>
                  <a:pt x="1222962" y="1216593"/>
                </a:lnTo>
                <a:lnTo>
                  <a:pt x="1186138" y="1246621"/>
                </a:lnTo>
                <a:lnTo>
                  <a:pt x="1150110" y="1278210"/>
                </a:lnTo>
                <a:lnTo>
                  <a:pt x="1149535" y="1278752"/>
                </a:lnTo>
                <a:lnTo>
                  <a:pt x="0" y="1278752"/>
                </a:lnTo>
                <a:lnTo>
                  <a:pt x="34519" y="1208651"/>
                </a:lnTo>
                <a:lnTo>
                  <a:pt x="58148" y="1164148"/>
                </a:lnTo>
                <a:lnTo>
                  <a:pt x="82740" y="1120263"/>
                </a:lnTo>
                <a:lnTo>
                  <a:pt x="108288" y="1077002"/>
                </a:lnTo>
                <a:lnTo>
                  <a:pt x="134789" y="1034371"/>
                </a:lnTo>
                <a:lnTo>
                  <a:pt x="162236" y="992377"/>
                </a:lnTo>
                <a:lnTo>
                  <a:pt x="190626" y="951028"/>
                </a:lnTo>
                <a:lnTo>
                  <a:pt x="219953" y="910329"/>
                </a:lnTo>
                <a:lnTo>
                  <a:pt x="250212" y="870289"/>
                </a:lnTo>
                <a:lnTo>
                  <a:pt x="281399" y="830912"/>
                </a:lnTo>
                <a:lnTo>
                  <a:pt x="313509" y="792207"/>
                </a:lnTo>
                <a:lnTo>
                  <a:pt x="346536" y="754180"/>
                </a:lnTo>
                <a:lnTo>
                  <a:pt x="380476" y="716838"/>
                </a:lnTo>
                <a:lnTo>
                  <a:pt x="415325" y="680187"/>
                </a:lnTo>
                <a:lnTo>
                  <a:pt x="451076" y="644234"/>
                </a:lnTo>
                <a:lnTo>
                  <a:pt x="487725" y="608987"/>
                </a:lnTo>
                <a:lnTo>
                  <a:pt x="517273" y="581805"/>
                </a:lnTo>
                <a:lnTo>
                  <a:pt x="525267" y="574451"/>
                </a:lnTo>
                <a:lnTo>
                  <a:pt x="563698" y="540634"/>
                </a:lnTo>
                <a:lnTo>
                  <a:pt x="603012" y="507542"/>
                </a:lnTo>
                <a:lnTo>
                  <a:pt x="643205" y="475182"/>
                </a:lnTo>
                <a:lnTo>
                  <a:pt x="681947" y="445358"/>
                </a:lnTo>
                <a:lnTo>
                  <a:pt x="721169" y="416508"/>
                </a:lnTo>
                <a:lnTo>
                  <a:pt x="760857" y="388632"/>
                </a:lnTo>
                <a:lnTo>
                  <a:pt x="800993" y="361728"/>
                </a:lnTo>
                <a:lnTo>
                  <a:pt x="841561" y="335797"/>
                </a:lnTo>
                <a:lnTo>
                  <a:pt x="882546" y="310836"/>
                </a:lnTo>
                <a:lnTo>
                  <a:pt x="923932" y="286846"/>
                </a:lnTo>
                <a:lnTo>
                  <a:pt x="965702" y="263826"/>
                </a:lnTo>
                <a:lnTo>
                  <a:pt x="1007841" y="241774"/>
                </a:lnTo>
                <a:lnTo>
                  <a:pt x="1050332" y="220689"/>
                </a:lnTo>
                <a:lnTo>
                  <a:pt x="1093160" y="200572"/>
                </a:lnTo>
                <a:lnTo>
                  <a:pt x="1136308" y="181421"/>
                </a:lnTo>
                <a:lnTo>
                  <a:pt x="1179760" y="163235"/>
                </a:lnTo>
                <a:lnTo>
                  <a:pt x="1223501" y="146014"/>
                </a:lnTo>
                <a:lnTo>
                  <a:pt x="1267514" y="129756"/>
                </a:lnTo>
                <a:lnTo>
                  <a:pt x="1311783" y="114461"/>
                </a:lnTo>
                <a:lnTo>
                  <a:pt x="1356292" y="100128"/>
                </a:lnTo>
                <a:lnTo>
                  <a:pt x="1401026" y="86756"/>
                </a:lnTo>
                <a:lnTo>
                  <a:pt x="1445967" y="74344"/>
                </a:lnTo>
                <a:lnTo>
                  <a:pt x="1491101" y="62892"/>
                </a:lnTo>
                <a:lnTo>
                  <a:pt x="1536411" y="52399"/>
                </a:lnTo>
                <a:lnTo>
                  <a:pt x="1581881" y="42863"/>
                </a:lnTo>
                <a:lnTo>
                  <a:pt x="1627495" y="34284"/>
                </a:lnTo>
                <a:lnTo>
                  <a:pt x="1673237" y="26661"/>
                </a:lnTo>
                <a:lnTo>
                  <a:pt x="1719090" y="19994"/>
                </a:lnTo>
                <a:lnTo>
                  <a:pt x="1765040" y="14281"/>
                </a:lnTo>
                <a:lnTo>
                  <a:pt x="1811069" y="9522"/>
                </a:lnTo>
                <a:lnTo>
                  <a:pt x="1857163" y="5715"/>
                </a:lnTo>
                <a:lnTo>
                  <a:pt x="1903304" y="2860"/>
                </a:lnTo>
                <a:lnTo>
                  <a:pt x="1949477" y="957"/>
                </a:lnTo>
                <a:lnTo>
                  <a:pt x="1995665" y="3"/>
                </a:lnTo>
                <a:lnTo>
                  <a:pt x="2041853" y="0"/>
                </a:lnTo>
                <a:lnTo>
                  <a:pt x="2088025" y="944"/>
                </a:lnTo>
                <a:lnTo>
                  <a:pt x="2134165" y="2837"/>
                </a:lnTo>
                <a:lnTo>
                  <a:pt x="2180256" y="5676"/>
                </a:lnTo>
                <a:lnTo>
                  <a:pt x="2226283" y="9462"/>
                </a:lnTo>
                <a:lnTo>
                  <a:pt x="2272229" y="14193"/>
                </a:lnTo>
                <a:lnTo>
                  <a:pt x="2318078" y="19868"/>
                </a:lnTo>
                <a:lnTo>
                  <a:pt x="2363816" y="26487"/>
                </a:lnTo>
                <a:lnTo>
                  <a:pt x="2409424" y="34048"/>
                </a:lnTo>
                <a:lnTo>
                  <a:pt x="2454888" y="42552"/>
                </a:lnTo>
                <a:lnTo>
                  <a:pt x="2500191" y="51997"/>
                </a:lnTo>
                <a:lnTo>
                  <a:pt x="2545318" y="62382"/>
                </a:lnTo>
                <a:lnTo>
                  <a:pt x="2590251" y="73706"/>
                </a:lnTo>
                <a:lnTo>
                  <a:pt x="2634976" y="85969"/>
                </a:lnTo>
                <a:lnTo>
                  <a:pt x="2679477" y="99170"/>
                </a:lnTo>
                <a:lnTo>
                  <a:pt x="2723736" y="113307"/>
                </a:lnTo>
                <a:lnTo>
                  <a:pt x="2767738" y="128381"/>
                </a:lnTo>
                <a:lnTo>
                  <a:pt x="2811468" y="144390"/>
                </a:lnTo>
                <a:lnTo>
                  <a:pt x="2854909" y="161333"/>
                </a:lnTo>
                <a:lnTo>
                  <a:pt x="2898044" y="179210"/>
                </a:lnTo>
                <a:lnTo>
                  <a:pt x="2940859" y="198020"/>
                </a:lnTo>
                <a:lnTo>
                  <a:pt x="2983337" y="217762"/>
                </a:lnTo>
                <a:lnTo>
                  <a:pt x="3025461" y="238435"/>
                </a:lnTo>
                <a:lnTo>
                  <a:pt x="3067217" y="260038"/>
                </a:lnTo>
                <a:lnTo>
                  <a:pt x="3108587" y="282570"/>
                </a:lnTo>
                <a:lnTo>
                  <a:pt x="3149556" y="306031"/>
                </a:lnTo>
                <a:lnTo>
                  <a:pt x="3190108" y="330420"/>
                </a:lnTo>
                <a:lnTo>
                  <a:pt x="3230227" y="355736"/>
                </a:lnTo>
                <a:lnTo>
                  <a:pt x="3269896" y="381978"/>
                </a:lnTo>
                <a:lnTo>
                  <a:pt x="3309100" y="409145"/>
                </a:lnTo>
                <a:lnTo>
                  <a:pt x="3347823" y="437236"/>
                </a:lnTo>
                <a:lnTo>
                  <a:pt x="3386048" y="466251"/>
                </a:lnTo>
                <a:lnTo>
                  <a:pt x="3423760" y="496189"/>
                </a:lnTo>
                <a:lnTo>
                  <a:pt x="3460942" y="527049"/>
                </a:lnTo>
                <a:lnTo>
                  <a:pt x="3497579" y="558830"/>
                </a:lnTo>
                <a:lnTo>
                  <a:pt x="3533655" y="591531"/>
                </a:lnTo>
                <a:lnTo>
                  <a:pt x="3569153" y="625151"/>
                </a:lnTo>
                <a:lnTo>
                  <a:pt x="3605850" y="661457"/>
                </a:lnTo>
                <a:lnTo>
                  <a:pt x="3639626" y="696366"/>
                </a:lnTo>
                <a:lnTo>
                  <a:pt x="3635499" y="691817"/>
                </a:lnTo>
                <a:lnTo>
                  <a:pt x="3676389" y="735982"/>
                </a:lnTo>
                <a:close/>
              </a:path>
            </a:pathLst>
          </a:custGeom>
          <a:solidFill>
            <a:srgbClr val="61A3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3324" y="0"/>
            <a:ext cx="13896974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4099" y="0"/>
            <a:ext cx="11744324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9980" y="3956753"/>
            <a:ext cx="5798185" cy="140779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9050" spc="-114">
                <a:solidFill>
                  <a:srgbClr val="004AAC"/>
                </a:solidFill>
              </a:rPr>
              <a:t>Thank</a:t>
            </a:r>
            <a:r>
              <a:rPr dirty="0" sz="9050" spc="-550">
                <a:solidFill>
                  <a:srgbClr val="004AAC"/>
                </a:solidFill>
              </a:rPr>
              <a:t> </a:t>
            </a:r>
            <a:r>
              <a:rPr dirty="0" sz="9050" spc="-975">
                <a:solidFill>
                  <a:srgbClr val="004AAC"/>
                </a:solidFill>
              </a:rPr>
              <a:t>Y</a:t>
            </a:r>
            <a:r>
              <a:rPr dirty="0" sz="9050" spc="-310">
                <a:solidFill>
                  <a:srgbClr val="004AAC"/>
                </a:solidFill>
              </a:rPr>
              <a:t>ou</a:t>
            </a:r>
            <a:r>
              <a:rPr dirty="0" sz="9050" spc="-300">
                <a:solidFill>
                  <a:srgbClr val="004AAC"/>
                </a:solidFill>
              </a:rPr>
              <a:t>!</a:t>
            </a:r>
            <a:endParaRPr sz="9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Dor Thaler</dc:creator>
  <cp:keywords>DAG8utbtaLE,BAEjQk-lM1E,0</cp:keywords>
  <dc:title>Final Project - DA Course</dc:title>
  <dcterms:created xsi:type="dcterms:W3CDTF">2026-01-04T21:19:34Z</dcterms:created>
  <dcterms:modified xsi:type="dcterms:W3CDTF">2026-01-04T21:19:34Z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2026-01-04T00:00:00Z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2026-01-04T00:00:00Z</vt:filetime>
  </property>
  <property fmtid="{D5CDD505-2E9C-101B-9397-08002B2CF9AE}" pid="5" name="Producer">
    <vt:lpwstr>Canva</vt:lpwstr>
  </property>
</Properties>
</file>